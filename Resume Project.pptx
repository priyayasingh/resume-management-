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1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50" y="62"/>
      </p:cViewPr>
      <p:guideLst>
        <p:guide orient="horz" pos="361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BBF4DE2-BFD0-4F2C-9934-622E2F3CCDFB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B6F07F3-FB38-44AE-9DEC-6BA7885CFD2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/>
            <a:t>Modern recruitment involves handling </a:t>
          </a:r>
          <a:r>
            <a:rPr lang="en-US" sz="1400" b="1" dirty="0"/>
            <a:t>dynamic and high-volume resume data</a:t>
          </a:r>
          <a:r>
            <a:rPr lang="en-US" sz="1400" dirty="0"/>
            <a:t> </a:t>
          </a:r>
        </a:p>
      </dgm:t>
    </dgm:pt>
    <dgm:pt modelId="{260FFA70-CD69-4F3F-A115-46DBACADC94B}" type="parTrans" cxnId="{E51C75A7-A0F2-472E-AA9F-5BA3B3AD9FBE}">
      <dgm:prSet/>
      <dgm:spPr/>
      <dgm:t>
        <a:bodyPr/>
        <a:lstStyle/>
        <a:p>
          <a:endParaRPr lang="en-US" sz="1400"/>
        </a:p>
      </dgm:t>
    </dgm:pt>
    <dgm:pt modelId="{2A921E6C-536E-4CF8-BB2C-AC7149B87569}" type="sibTrans" cxnId="{E51C75A7-A0F2-472E-AA9F-5BA3B3AD9FBE}">
      <dgm:prSet/>
      <dgm:spPr/>
      <dgm:t>
        <a:bodyPr/>
        <a:lstStyle/>
        <a:p>
          <a:endParaRPr lang="en-US" sz="1400"/>
        </a:p>
      </dgm:t>
    </dgm:pt>
    <dgm:pt modelId="{A81B15DA-39EB-425B-847D-CABAD7C603F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/>
            <a:t>Conventional approaches lack </a:t>
          </a:r>
          <a:r>
            <a:rPr lang="en-US" sz="1400" b="1" dirty="0"/>
            <a:t>efficiency, adaptability, and fairness</a:t>
          </a:r>
          <a:r>
            <a:rPr lang="en-US" sz="1400" dirty="0"/>
            <a:t> </a:t>
          </a:r>
        </a:p>
      </dgm:t>
    </dgm:pt>
    <dgm:pt modelId="{2CACA7D2-5A00-483F-B801-BD61018AFC50}" type="parTrans" cxnId="{2613188B-AF4E-44D2-8303-FB719DA3EF08}">
      <dgm:prSet/>
      <dgm:spPr/>
      <dgm:t>
        <a:bodyPr/>
        <a:lstStyle/>
        <a:p>
          <a:endParaRPr lang="en-US" sz="1400"/>
        </a:p>
      </dgm:t>
    </dgm:pt>
    <dgm:pt modelId="{4EF77760-174B-4CEA-8910-82773D64F04E}" type="sibTrans" cxnId="{2613188B-AF4E-44D2-8303-FB719DA3EF08}">
      <dgm:prSet/>
      <dgm:spPr/>
      <dgm:t>
        <a:bodyPr/>
        <a:lstStyle/>
        <a:p>
          <a:endParaRPr lang="en-US" sz="1400"/>
        </a:p>
      </dgm:t>
    </dgm:pt>
    <dgm:pt modelId="{618F6EE5-A7B2-4258-8FAB-0699B0672F0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/>
            <a:t>Resume lifecycle spans </a:t>
          </a:r>
          <a:r>
            <a:rPr lang="en-US" sz="1400" b="1"/>
            <a:t>creation, parsing, evaluation, and continuous improvement</a:t>
          </a:r>
          <a:r>
            <a:rPr lang="en-US" sz="1400"/>
            <a:t> </a:t>
          </a:r>
        </a:p>
      </dgm:t>
    </dgm:pt>
    <dgm:pt modelId="{4D697713-1614-4ED8-88A8-0EED6A14ADA9}" type="parTrans" cxnId="{A431B6F9-C614-4C1C-8D6D-4A826877BF63}">
      <dgm:prSet/>
      <dgm:spPr/>
      <dgm:t>
        <a:bodyPr/>
        <a:lstStyle/>
        <a:p>
          <a:endParaRPr lang="en-US" sz="1400"/>
        </a:p>
      </dgm:t>
    </dgm:pt>
    <dgm:pt modelId="{70F57F75-FECB-494B-8871-56E45A92E239}" type="sibTrans" cxnId="{A431B6F9-C614-4C1C-8D6D-4A826877BF63}">
      <dgm:prSet/>
      <dgm:spPr/>
      <dgm:t>
        <a:bodyPr/>
        <a:lstStyle/>
        <a:p>
          <a:endParaRPr lang="en-US" sz="1400"/>
        </a:p>
      </dgm:t>
    </dgm:pt>
    <dgm:pt modelId="{1B62C1D2-7844-4B9B-9F95-E441C5D6481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/>
            <a:t>AI-driven systems enable </a:t>
          </a:r>
          <a:r>
            <a:rPr lang="en-US" sz="1400" b="1"/>
            <a:t>automated, intelligent resume management</a:t>
          </a:r>
          <a:r>
            <a:rPr lang="en-US" sz="1400"/>
            <a:t> </a:t>
          </a:r>
        </a:p>
      </dgm:t>
    </dgm:pt>
    <dgm:pt modelId="{8D0C0184-9D09-480A-8EB3-95505E4E0440}" type="parTrans" cxnId="{BEA2AD8A-5C91-4993-A48A-876FD7565CF6}">
      <dgm:prSet/>
      <dgm:spPr/>
      <dgm:t>
        <a:bodyPr/>
        <a:lstStyle/>
        <a:p>
          <a:endParaRPr lang="en-US" sz="1400"/>
        </a:p>
      </dgm:t>
    </dgm:pt>
    <dgm:pt modelId="{0FA03885-70C4-4D13-9659-2038A1184841}" type="sibTrans" cxnId="{BEA2AD8A-5C91-4993-A48A-876FD7565CF6}">
      <dgm:prSet/>
      <dgm:spPr/>
      <dgm:t>
        <a:bodyPr/>
        <a:lstStyle/>
        <a:p>
          <a:endParaRPr lang="en-US" sz="1400"/>
        </a:p>
      </dgm:t>
    </dgm:pt>
    <dgm:pt modelId="{2FDD3A06-46A2-4367-BCD2-0C52720D250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/>
            <a:t>Benefits recruiters through </a:t>
          </a:r>
          <a:r>
            <a:rPr lang="en-US" sz="1400" b="1"/>
            <a:t>accurate shortlisting and faster decision-making</a:t>
          </a:r>
          <a:r>
            <a:rPr lang="en-US" sz="1400"/>
            <a:t> </a:t>
          </a:r>
        </a:p>
      </dgm:t>
    </dgm:pt>
    <dgm:pt modelId="{1D846A15-1293-4E30-86F8-2CFC5636F6A1}" type="parTrans" cxnId="{7F0ED0C0-2663-4F1B-A44B-F54EC327D548}">
      <dgm:prSet/>
      <dgm:spPr/>
      <dgm:t>
        <a:bodyPr/>
        <a:lstStyle/>
        <a:p>
          <a:endParaRPr lang="en-US" sz="1400"/>
        </a:p>
      </dgm:t>
    </dgm:pt>
    <dgm:pt modelId="{DC849B93-9D13-4B0C-B3A8-3434BB28D7DA}" type="sibTrans" cxnId="{7F0ED0C0-2663-4F1B-A44B-F54EC327D548}">
      <dgm:prSet/>
      <dgm:spPr/>
      <dgm:t>
        <a:bodyPr/>
        <a:lstStyle/>
        <a:p>
          <a:endParaRPr lang="en-US" sz="1400"/>
        </a:p>
      </dgm:t>
    </dgm:pt>
    <dgm:pt modelId="{600229DF-EBDC-439A-8F49-5EBB06656E1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/>
            <a:t>Empowers applicants with </a:t>
          </a:r>
          <a:r>
            <a:rPr lang="en-US" sz="1400" b="1"/>
            <a:t>optimized resumes and better job alignment</a:t>
          </a:r>
          <a:r>
            <a:rPr lang="en-US" sz="1400"/>
            <a:t> </a:t>
          </a:r>
        </a:p>
      </dgm:t>
    </dgm:pt>
    <dgm:pt modelId="{6E3D5368-B216-449F-9556-A0E75C7828AC}" type="parTrans" cxnId="{4902C988-481B-43B9-8EAF-1FA90D0218CF}">
      <dgm:prSet/>
      <dgm:spPr/>
      <dgm:t>
        <a:bodyPr/>
        <a:lstStyle/>
        <a:p>
          <a:endParaRPr lang="en-US" sz="1400"/>
        </a:p>
      </dgm:t>
    </dgm:pt>
    <dgm:pt modelId="{CA3885E7-1A14-4C18-86AD-269A9BCEFC60}" type="sibTrans" cxnId="{4902C988-481B-43B9-8EAF-1FA90D0218CF}">
      <dgm:prSet/>
      <dgm:spPr/>
      <dgm:t>
        <a:bodyPr/>
        <a:lstStyle/>
        <a:p>
          <a:endParaRPr lang="en-US" sz="1400"/>
        </a:p>
      </dgm:t>
    </dgm:pt>
    <dgm:pt modelId="{E92C82B5-56EF-4306-B1BF-35868A5A1A85}" type="pres">
      <dgm:prSet presAssocID="{2BBF4DE2-BFD0-4F2C-9934-622E2F3CCDFB}" presName="root" presStyleCnt="0">
        <dgm:presLayoutVars>
          <dgm:dir/>
          <dgm:resizeHandles val="exact"/>
        </dgm:presLayoutVars>
      </dgm:prSet>
      <dgm:spPr/>
    </dgm:pt>
    <dgm:pt modelId="{E8955E58-A33F-4F1D-8F80-335AB9D3AAB2}" type="pres">
      <dgm:prSet presAssocID="{2B6F07F3-FB38-44AE-9DEC-6BA7885CFD20}" presName="compNode" presStyleCnt="0"/>
      <dgm:spPr/>
    </dgm:pt>
    <dgm:pt modelId="{F3383E88-DCD8-48F4-9163-64F7878455B5}" type="pres">
      <dgm:prSet presAssocID="{2B6F07F3-FB38-44AE-9DEC-6BA7885CFD20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iefcase"/>
        </a:ext>
      </dgm:extLst>
    </dgm:pt>
    <dgm:pt modelId="{EF568E72-1FDE-4AA0-A892-028D2171A0E0}" type="pres">
      <dgm:prSet presAssocID="{2B6F07F3-FB38-44AE-9DEC-6BA7885CFD20}" presName="spaceRect" presStyleCnt="0"/>
      <dgm:spPr/>
    </dgm:pt>
    <dgm:pt modelId="{F795AF0C-07E1-4497-8C4C-97813C0749B4}" type="pres">
      <dgm:prSet presAssocID="{2B6F07F3-FB38-44AE-9DEC-6BA7885CFD20}" presName="textRect" presStyleLbl="revTx" presStyleIdx="0" presStyleCnt="6">
        <dgm:presLayoutVars>
          <dgm:chMax val="1"/>
          <dgm:chPref val="1"/>
        </dgm:presLayoutVars>
      </dgm:prSet>
      <dgm:spPr/>
    </dgm:pt>
    <dgm:pt modelId="{04A1E8F0-50C1-49FD-BAAE-A46E79873CE6}" type="pres">
      <dgm:prSet presAssocID="{2A921E6C-536E-4CF8-BB2C-AC7149B87569}" presName="sibTrans" presStyleCnt="0"/>
      <dgm:spPr/>
    </dgm:pt>
    <dgm:pt modelId="{FA5F00B2-0FE2-4E16-BD7A-597AD89C34FC}" type="pres">
      <dgm:prSet presAssocID="{A81B15DA-39EB-425B-847D-CABAD7C603FA}" presName="compNode" presStyleCnt="0"/>
      <dgm:spPr/>
    </dgm:pt>
    <dgm:pt modelId="{74B2E808-A84B-4FB0-89E8-94B010C84E13}" type="pres">
      <dgm:prSet presAssocID="{A81B15DA-39EB-425B-847D-CABAD7C603FA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5F4987CB-D067-4389-8510-A784F9216ACF}" type="pres">
      <dgm:prSet presAssocID="{A81B15DA-39EB-425B-847D-CABAD7C603FA}" presName="spaceRect" presStyleCnt="0"/>
      <dgm:spPr/>
    </dgm:pt>
    <dgm:pt modelId="{B76521AA-B546-4ED4-99A0-751A6D5D27A7}" type="pres">
      <dgm:prSet presAssocID="{A81B15DA-39EB-425B-847D-CABAD7C603FA}" presName="textRect" presStyleLbl="revTx" presStyleIdx="1" presStyleCnt="6">
        <dgm:presLayoutVars>
          <dgm:chMax val="1"/>
          <dgm:chPref val="1"/>
        </dgm:presLayoutVars>
      </dgm:prSet>
      <dgm:spPr/>
    </dgm:pt>
    <dgm:pt modelId="{51CACCDE-DBEC-4F04-B07F-3B668B61E589}" type="pres">
      <dgm:prSet presAssocID="{4EF77760-174B-4CEA-8910-82773D64F04E}" presName="sibTrans" presStyleCnt="0"/>
      <dgm:spPr/>
    </dgm:pt>
    <dgm:pt modelId="{003316EE-ED91-4E73-B9E6-69CA1D153006}" type="pres">
      <dgm:prSet presAssocID="{618F6EE5-A7B2-4258-8FAB-0699B0672F00}" presName="compNode" presStyleCnt="0"/>
      <dgm:spPr/>
    </dgm:pt>
    <dgm:pt modelId="{2F348364-E413-4B67-A995-A2B87BF0A2F2}" type="pres">
      <dgm:prSet presAssocID="{618F6EE5-A7B2-4258-8FAB-0699B0672F00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EA47EDA0-08ED-4927-8A99-81B067A4613F}" type="pres">
      <dgm:prSet presAssocID="{618F6EE5-A7B2-4258-8FAB-0699B0672F00}" presName="spaceRect" presStyleCnt="0"/>
      <dgm:spPr/>
    </dgm:pt>
    <dgm:pt modelId="{75BC7BD6-A45F-4A0D-9728-0B1A48C6CAA4}" type="pres">
      <dgm:prSet presAssocID="{618F6EE5-A7B2-4258-8FAB-0699B0672F00}" presName="textRect" presStyleLbl="revTx" presStyleIdx="2" presStyleCnt="6">
        <dgm:presLayoutVars>
          <dgm:chMax val="1"/>
          <dgm:chPref val="1"/>
        </dgm:presLayoutVars>
      </dgm:prSet>
      <dgm:spPr/>
    </dgm:pt>
    <dgm:pt modelId="{FA390112-FC62-4250-A389-11DA7187659B}" type="pres">
      <dgm:prSet presAssocID="{70F57F75-FECB-494B-8871-56E45A92E239}" presName="sibTrans" presStyleCnt="0"/>
      <dgm:spPr/>
    </dgm:pt>
    <dgm:pt modelId="{CA053150-1314-48EC-955C-F33F6DDBC558}" type="pres">
      <dgm:prSet presAssocID="{1B62C1D2-7844-4B9B-9F95-E441C5D64811}" presName="compNode" presStyleCnt="0"/>
      <dgm:spPr/>
    </dgm:pt>
    <dgm:pt modelId="{AED64A2E-727C-4D78-900F-14DFBF9A55ED}" type="pres">
      <dgm:prSet presAssocID="{1B62C1D2-7844-4B9B-9F95-E441C5D64811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81AC9560-2DC7-46EA-BFEF-D7C1EE439AED}" type="pres">
      <dgm:prSet presAssocID="{1B62C1D2-7844-4B9B-9F95-E441C5D64811}" presName="spaceRect" presStyleCnt="0"/>
      <dgm:spPr/>
    </dgm:pt>
    <dgm:pt modelId="{5294F962-187D-4F97-B519-CB16158E4546}" type="pres">
      <dgm:prSet presAssocID="{1B62C1D2-7844-4B9B-9F95-E441C5D64811}" presName="textRect" presStyleLbl="revTx" presStyleIdx="3" presStyleCnt="6">
        <dgm:presLayoutVars>
          <dgm:chMax val="1"/>
          <dgm:chPref val="1"/>
        </dgm:presLayoutVars>
      </dgm:prSet>
      <dgm:spPr/>
    </dgm:pt>
    <dgm:pt modelId="{929D9F38-DC65-4F25-A497-546533059CE1}" type="pres">
      <dgm:prSet presAssocID="{0FA03885-70C4-4D13-9659-2038A1184841}" presName="sibTrans" presStyleCnt="0"/>
      <dgm:spPr/>
    </dgm:pt>
    <dgm:pt modelId="{C7C88D6B-3E83-47B3-9E42-7577CD93D200}" type="pres">
      <dgm:prSet presAssocID="{2FDD3A06-46A2-4367-BCD2-0C52720D2507}" presName="compNode" presStyleCnt="0"/>
      <dgm:spPr/>
    </dgm:pt>
    <dgm:pt modelId="{B7526D4F-035E-4EA3-A7F9-22D1783E91A0}" type="pres">
      <dgm:prSet presAssocID="{2FDD3A06-46A2-4367-BCD2-0C52720D2507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94B51B52-4B3F-4419-B5E0-D65B8071C9B6}" type="pres">
      <dgm:prSet presAssocID="{2FDD3A06-46A2-4367-BCD2-0C52720D2507}" presName="spaceRect" presStyleCnt="0"/>
      <dgm:spPr/>
    </dgm:pt>
    <dgm:pt modelId="{1DF73092-2012-4B69-B8E8-72E4EA8412D3}" type="pres">
      <dgm:prSet presAssocID="{2FDD3A06-46A2-4367-BCD2-0C52720D2507}" presName="textRect" presStyleLbl="revTx" presStyleIdx="4" presStyleCnt="6">
        <dgm:presLayoutVars>
          <dgm:chMax val="1"/>
          <dgm:chPref val="1"/>
        </dgm:presLayoutVars>
      </dgm:prSet>
      <dgm:spPr/>
    </dgm:pt>
    <dgm:pt modelId="{28F2A47C-8B23-4E10-96F9-0F0DA31A2E3D}" type="pres">
      <dgm:prSet presAssocID="{DC849B93-9D13-4B0C-B3A8-3434BB28D7DA}" presName="sibTrans" presStyleCnt="0"/>
      <dgm:spPr/>
    </dgm:pt>
    <dgm:pt modelId="{5F8CD8E0-D37A-4202-ACF2-0F1D587B3E48}" type="pres">
      <dgm:prSet presAssocID="{600229DF-EBDC-439A-8F49-5EBB06656E1C}" presName="compNode" presStyleCnt="0"/>
      <dgm:spPr/>
    </dgm:pt>
    <dgm:pt modelId="{2F5E273C-0646-46AE-A215-E814FB903FC0}" type="pres">
      <dgm:prSet presAssocID="{600229DF-EBDC-439A-8F49-5EBB06656E1C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9147D24F-4A8C-43DB-A2CD-1BC5DEED9A57}" type="pres">
      <dgm:prSet presAssocID="{600229DF-EBDC-439A-8F49-5EBB06656E1C}" presName="spaceRect" presStyleCnt="0"/>
      <dgm:spPr/>
    </dgm:pt>
    <dgm:pt modelId="{4A23AD26-9A32-4ACF-AA40-7BE684F22B3C}" type="pres">
      <dgm:prSet presAssocID="{600229DF-EBDC-439A-8F49-5EBB06656E1C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40106F42-6369-4BAC-A0A6-4E38A05FA980}" type="presOf" srcId="{2BBF4DE2-BFD0-4F2C-9934-622E2F3CCDFB}" destId="{E92C82B5-56EF-4306-B1BF-35868A5A1A85}" srcOrd="0" destOrd="0" presId="urn:microsoft.com/office/officeart/2018/2/layout/IconLabelList"/>
    <dgm:cxn modelId="{4902C988-481B-43B9-8EAF-1FA90D0218CF}" srcId="{2BBF4DE2-BFD0-4F2C-9934-622E2F3CCDFB}" destId="{600229DF-EBDC-439A-8F49-5EBB06656E1C}" srcOrd="5" destOrd="0" parTransId="{6E3D5368-B216-449F-9556-A0E75C7828AC}" sibTransId="{CA3885E7-1A14-4C18-86AD-269A9BCEFC60}"/>
    <dgm:cxn modelId="{4BB30F89-1254-4F71-9208-4B98E3E0B141}" type="presOf" srcId="{2B6F07F3-FB38-44AE-9DEC-6BA7885CFD20}" destId="{F795AF0C-07E1-4497-8C4C-97813C0749B4}" srcOrd="0" destOrd="0" presId="urn:microsoft.com/office/officeart/2018/2/layout/IconLabelList"/>
    <dgm:cxn modelId="{BEA2AD8A-5C91-4993-A48A-876FD7565CF6}" srcId="{2BBF4DE2-BFD0-4F2C-9934-622E2F3CCDFB}" destId="{1B62C1D2-7844-4B9B-9F95-E441C5D64811}" srcOrd="3" destOrd="0" parTransId="{8D0C0184-9D09-480A-8EB3-95505E4E0440}" sibTransId="{0FA03885-70C4-4D13-9659-2038A1184841}"/>
    <dgm:cxn modelId="{2613188B-AF4E-44D2-8303-FB719DA3EF08}" srcId="{2BBF4DE2-BFD0-4F2C-9934-622E2F3CCDFB}" destId="{A81B15DA-39EB-425B-847D-CABAD7C603FA}" srcOrd="1" destOrd="0" parTransId="{2CACA7D2-5A00-483F-B801-BD61018AFC50}" sibTransId="{4EF77760-174B-4CEA-8910-82773D64F04E}"/>
    <dgm:cxn modelId="{13C04E93-BBF3-4A13-AADE-44E29A0E913A}" type="presOf" srcId="{618F6EE5-A7B2-4258-8FAB-0699B0672F00}" destId="{75BC7BD6-A45F-4A0D-9728-0B1A48C6CAA4}" srcOrd="0" destOrd="0" presId="urn:microsoft.com/office/officeart/2018/2/layout/IconLabelList"/>
    <dgm:cxn modelId="{8E623CA6-BFE7-4336-8B3E-28774422604B}" type="presOf" srcId="{2FDD3A06-46A2-4367-BCD2-0C52720D2507}" destId="{1DF73092-2012-4B69-B8E8-72E4EA8412D3}" srcOrd="0" destOrd="0" presId="urn:microsoft.com/office/officeart/2018/2/layout/IconLabelList"/>
    <dgm:cxn modelId="{E51C75A7-A0F2-472E-AA9F-5BA3B3AD9FBE}" srcId="{2BBF4DE2-BFD0-4F2C-9934-622E2F3CCDFB}" destId="{2B6F07F3-FB38-44AE-9DEC-6BA7885CFD20}" srcOrd="0" destOrd="0" parTransId="{260FFA70-CD69-4F3F-A115-46DBACADC94B}" sibTransId="{2A921E6C-536E-4CF8-BB2C-AC7149B87569}"/>
    <dgm:cxn modelId="{296861BD-65B0-4A50-8761-4D88FA65D2B9}" type="presOf" srcId="{1B62C1D2-7844-4B9B-9F95-E441C5D64811}" destId="{5294F962-187D-4F97-B519-CB16158E4546}" srcOrd="0" destOrd="0" presId="urn:microsoft.com/office/officeart/2018/2/layout/IconLabelList"/>
    <dgm:cxn modelId="{7F0ED0C0-2663-4F1B-A44B-F54EC327D548}" srcId="{2BBF4DE2-BFD0-4F2C-9934-622E2F3CCDFB}" destId="{2FDD3A06-46A2-4367-BCD2-0C52720D2507}" srcOrd="4" destOrd="0" parTransId="{1D846A15-1293-4E30-86F8-2CFC5636F6A1}" sibTransId="{DC849B93-9D13-4B0C-B3A8-3434BB28D7DA}"/>
    <dgm:cxn modelId="{9C47E4E3-2455-4BEC-8CBE-5CEDF1B9A480}" type="presOf" srcId="{A81B15DA-39EB-425B-847D-CABAD7C603FA}" destId="{B76521AA-B546-4ED4-99A0-751A6D5D27A7}" srcOrd="0" destOrd="0" presId="urn:microsoft.com/office/officeart/2018/2/layout/IconLabelList"/>
    <dgm:cxn modelId="{A431B6F9-C614-4C1C-8D6D-4A826877BF63}" srcId="{2BBF4DE2-BFD0-4F2C-9934-622E2F3CCDFB}" destId="{618F6EE5-A7B2-4258-8FAB-0699B0672F00}" srcOrd="2" destOrd="0" parTransId="{4D697713-1614-4ED8-88A8-0EED6A14ADA9}" sibTransId="{70F57F75-FECB-494B-8871-56E45A92E239}"/>
    <dgm:cxn modelId="{0A64F4FA-B7F4-41DA-B52D-95F30B4DEFAB}" type="presOf" srcId="{600229DF-EBDC-439A-8F49-5EBB06656E1C}" destId="{4A23AD26-9A32-4ACF-AA40-7BE684F22B3C}" srcOrd="0" destOrd="0" presId="urn:microsoft.com/office/officeart/2018/2/layout/IconLabelList"/>
    <dgm:cxn modelId="{61645C18-BE15-47CC-9B90-44B6B5FC9B38}" type="presParOf" srcId="{E92C82B5-56EF-4306-B1BF-35868A5A1A85}" destId="{E8955E58-A33F-4F1D-8F80-335AB9D3AAB2}" srcOrd="0" destOrd="0" presId="urn:microsoft.com/office/officeart/2018/2/layout/IconLabelList"/>
    <dgm:cxn modelId="{7E8A9EBE-37D7-4851-BE33-338606106E8B}" type="presParOf" srcId="{E8955E58-A33F-4F1D-8F80-335AB9D3AAB2}" destId="{F3383E88-DCD8-48F4-9163-64F7878455B5}" srcOrd="0" destOrd="0" presId="urn:microsoft.com/office/officeart/2018/2/layout/IconLabelList"/>
    <dgm:cxn modelId="{24BD91DA-E97C-4181-AAD4-60CF768E60F3}" type="presParOf" srcId="{E8955E58-A33F-4F1D-8F80-335AB9D3AAB2}" destId="{EF568E72-1FDE-4AA0-A892-028D2171A0E0}" srcOrd="1" destOrd="0" presId="urn:microsoft.com/office/officeart/2018/2/layout/IconLabelList"/>
    <dgm:cxn modelId="{D056E56C-6A4C-46D5-B7D6-64FD31FB4E1F}" type="presParOf" srcId="{E8955E58-A33F-4F1D-8F80-335AB9D3AAB2}" destId="{F795AF0C-07E1-4497-8C4C-97813C0749B4}" srcOrd="2" destOrd="0" presId="urn:microsoft.com/office/officeart/2018/2/layout/IconLabelList"/>
    <dgm:cxn modelId="{96DD5F09-0467-411B-A0EE-48DF2873A525}" type="presParOf" srcId="{E92C82B5-56EF-4306-B1BF-35868A5A1A85}" destId="{04A1E8F0-50C1-49FD-BAAE-A46E79873CE6}" srcOrd="1" destOrd="0" presId="urn:microsoft.com/office/officeart/2018/2/layout/IconLabelList"/>
    <dgm:cxn modelId="{5DA21C1E-EF8A-4355-8D19-3A07817C39C5}" type="presParOf" srcId="{E92C82B5-56EF-4306-B1BF-35868A5A1A85}" destId="{FA5F00B2-0FE2-4E16-BD7A-597AD89C34FC}" srcOrd="2" destOrd="0" presId="urn:microsoft.com/office/officeart/2018/2/layout/IconLabelList"/>
    <dgm:cxn modelId="{18A5F6DB-82F6-4BC7-97EE-344410733183}" type="presParOf" srcId="{FA5F00B2-0FE2-4E16-BD7A-597AD89C34FC}" destId="{74B2E808-A84B-4FB0-89E8-94B010C84E13}" srcOrd="0" destOrd="0" presId="urn:microsoft.com/office/officeart/2018/2/layout/IconLabelList"/>
    <dgm:cxn modelId="{16977DC5-8267-4D81-AC3E-8D434E245888}" type="presParOf" srcId="{FA5F00B2-0FE2-4E16-BD7A-597AD89C34FC}" destId="{5F4987CB-D067-4389-8510-A784F9216ACF}" srcOrd="1" destOrd="0" presId="urn:microsoft.com/office/officeart/2018/2/layout/IconLabelList"/>
    <dgm:cxn modelId="{C41F4FBD-51AC-4EDC-9EF1-0D6A97D61CA1}" type="presParOf" srcId="{FA5F00B2-0FE2-4E16-BD7A-597AD89C34FC}" destId="{B76521AA-B546-4ED4-99A0-751A6D5D27A7}" srcOrd="2" destOrd="0" presId="urn:microsoft.com/office/officeart/2018/2/layout/IconLabelList"/>
    <dgm:cxn modelId="{04E4B87D-E9C4-4176-B22B-95076050B48B}" type="presParOf" srcId="{E92C82B5-56EF-4306-B1BF-35868A5A1A85}" destId="{51CACCDE-DBEC-4F04-B07F-3B668B61E589}" srcOrd="3" destOrd="0" presId="urn:microsoft.com/office/officeart/2018/2/layout/IconLabelList"/>
    <dgm:cxn modelId="{2BC739E6-AA73-4CFC-BB4C-329FC9EBE428}" type="presParOf" srcId="{E92C82B5-56EF-4306-B1BF-35868A5A1A85}" destId="{003316EE-ED91-4E73-B9E6-69CA1D153006}" srcOrd="4" destOrd="0" presId="urn:microsoft.com/office/officeart/2018/2/layout/IconLabelList"/>
    <dgm:cxn modelId="{507BCF29-E045-4760-B79D-E5BE66175C98}" type="presParOf" srcId="{003316EE-ED91-4E73-B9E6-69CA1D153006}" destId="{2F348364-E413-4B67-A995-A2B87BF0A2F2}" srcOrd="0" destOrd="0" presId="urn:microsoft.com/office/officeart/2018/2/layout/IconLabelList"/>
    <dgm:cxn modelId="{8E91FB17-29F5-4611-9F7F-5716B8A77155}" type="presParOf" srcId="{003316EE-ED91-4E73-B9E6-69CA1D153006}" destId="{EA47EDA0-08ED-4927-8A99-81B067A4613F}" srcOrd="1" destOrd="0" presId="urn:microsoft.com/office/officeart/2018/2/layout/IconLabelList"/>
    <dgm:cxn modelId="{71B28772-CBB6-4554-B3F7-56E29A37B793}" type="presParOf" srcId="{003316EE-ED91-4E73-B9E6-69CA1D153006}" destId="{75BC7BD6-A45F-4A0D-9728-0B1A48C6CAA4}" srcOrd="2" destOrd="0" presId="urn:microsoft.com/office/officeart/2018/2/layout/IconLabelList"/>
    <dgm:cxn modelId="{0D8053EC-D132-483C-B3A9-5332BD35A3AF}" type="presParOf" srcId="{E92C82B5-56EF-4306-B1BF-35868A5A1A85}" destId="{FA390112-FC62-4250-A389-11DA7187659B}" srcOrd="5" destOrd="0" presId="urn:microsoft.com/office/officeart/2018/2/layout/IconLabelList"/>
    <dgm:cxn modelId="{F202C32E-0F9B-4311-A916-25EABF92C401}" type="presParOf" srcId="{E92C82B5-56EF-4306-B1BF-35868A5A1A85}" destId="{CA053150-1314-48EC-955C-F33F6DDBC558}" srcOrd="6" destOrd="0" presId="urn:microsoft.com/office/officeart/2018/2/layout/IconLabelList"/>
    <dgm:cxn modelId="{D6AA7036-A214-4303-A510-0F31D261ACDE}" type="presParOf" srcId="{CA053150-1314-48EC-955C-F33F6DDBC558}" destId="{AED64A2E-727C-4D78-900F-14DFBF9A55ED}" srcOrd="0" destOrd="0" presId="urn:microsoft.com/office/officeart/2018/2/layout/IconLabelList"/>
    <dgm:cxn modelId="{8ED2EC2A-4D4B-43A3-A144-F8570B57CD42}" type="presParOf" srcId="{CA053150-1314-48EC-955C-F33F6DDBC558}" destId="{81AC9560-2DC7-46EA-BFEF-D7C1EE439AED}" srcOrd="1" destOrd="0" presId="urn:microsoft.com/office/officeart/2018/2/layout/IconLabelList"/>
    <dgm:cxn modelId="{DFF1A228-5487-40D9-8988-423EA28C52E0}" type="presParOf" srcId="{CA053150-1314-48EC-955C-F33F6DDBC558}" destId="{5294F962-187D-4F97-B519-CB16158E4546}" srcOrd="2" destOrd="0" presId="urn:microsoft.com/office/officeart/2018/2/layout/IconLabelList"/>
    <dgm:cxn modelId="{554EB6DA-A58D-41A0-AC61-2845E8F3D435}" type="presParOf" srcId="{E92C82B5-56EF-4306-B1BF-35868A5A1A85}" destId="{929D9F38-DC65-4F25-A497-546533059CE1}" srcOrd="7" destOrd="0" presId="urn:microsoft.com/office/officeart/2018/2/layout/IconLabelList"/>
    <dgm:cxn modelId="{9438BAD4-D5D3-4598-A412-652095CCE234}" type="presParOf" srcId="{E92C82B5-56EF-4306-B1BF-35868A5A1A85}" destId="{C7C88D6B-3E83-47B3-9E42-7577CD93D200}" srcOrd="8" destOrd="0" presId="urn:microsoft.com/office/officeart/2018/2/layout/IconLabelList"/>
    <dgm:cxn modelId="{7EA29124-8DC9-4EB0-B74F-3EA7449D64FD}" type="presParOf" srcId="{C7C88D6B-3E83-47B3-9E42-7577CD93D200}" destId="{B7526D4F-035E-4EA3-A7F9-22D1783E91A0}" srcOrd="0" destOrd="0" presId="urn:microsoft.com/office/officeart/2018/2/layout/IconLabelList"/>
    <dgm:cxn modelId="{2241ADFB-0EBA-4866-A868-2DFA9EA193AC}" type="presParOf" srcId="{C7C88D6B-3E83-47B3-9E42-7577CD93D200}" destId="{94B51B52-4B3F-4419-B5E0-D65B8071C9B6}" srcOrd="1" destOrd="0" presId="urn:microsoft.com/office/officeart/2018/2/layout/IconLabelList"/>
    <dgm:cxn modelId="{3F6B6CE6-49F8-4101-8B17-13F320E4B3D7}" type="presParOf" srcId="{C7C88D6B-3E83-47B3-9E42-7577CD93D200}" destId="{1DF73092-2012-4B69-B8E8-72E4EA8412D3}" srcOrd="2" destOrd="0" presId="urn:microsoft.com/office/officeart/2018/2/layout/IconLabelList"/>
    <dgm:cxn modelId="{B9F837E7-490E-4C53-9178-D881D53AE91A}" type="presParOf" srcId="{E92C82B5-56EF-4306-B1BF-35868A5A1A85}" destId="{28F2A47C-8B23-4E10-96F9-0F0DA31A2E3D}" srcOrd="9" destOrd="0" presId="urn:microsoft.com/office/officeart/2018/2/layout/IconLabelList"/>
    <dgm:cxn modelId="{9EF630DB-4068-436F-A837-5BF2B6C12933}" type="presParOf" srcId="{E92C82B5-56EF-4306-B1BF-35868A5A1A85}" destId="{5F8CD8E0-D37A-4202-ACF2-0F1D587B3E48}" srcOrd="10" destOrd="0" presId="urn:microsoft.com/office/officeart/2018/2/layout/IconLabelList"/>
    <dgm:cxn modelId="{387EFADD-10B9-4526-9E40-D2EB5B1EBCDF}" type="presParOf" srcId="{5F8CD8E0-D37A-4202-ACF2-0F1D587B3E48}" destId="{2F5E273C-0646-46AE-A215-E814FB903FC0}" srcOrd="0" destOrd="0" presId="urn:microsoft.com/office/officeart/2018/2/layout/IconLabelList"/>
    <dgm:cxn modelId="{BDE35D13-81CA-4390-8490-61E029A2BF7B}" type="presParOf" srcId="{5F8CD8E0-D37A-4202-ACF2-0F1D587B3E48}" destId="{9147D24F-4A8C-43DB-A2CD-1BC5DEED9A57}" srcOrd="1" destOrd="0" presId="urn:microsoft.com/office/officeart/2018/2/layout/IconLabelList"/>
    <dgm:cxn modelId="{6655D7BF-6089-4ECB-B98E-1A0A22B2E99C}" type="presParOf" srcId="{5F8CD8E0-D37A-4202-ACF2-0F1D587B3E48}" destId="{4A23AD26-9A32-4ACF-AA40-7BE684F22B3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2F1675F-5283-4F0F-BB2C-EEBCF840D0A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94A3BBE-21D0-4A6A-8C7A-C17108DED57A}">
      <dgm:prSet/>
      <dgm:spPr/>
      <dgm:t>
        <a:bodyPr/>
        <a:lstStyle/>
        <a:p>
          <a:r>
            <a:rPr lang="en-US" b="0" i="0" baseline="0"/>
            <a:t>Design an </a:t>
          </a:r>
          <a:r>
            <a:rPr lang="en-US" b="1" i="0" baseline="0"/>
            <a:t>intelligent framework</a:t>
          </a:r>
          <a:r>
            <a:rPr lang="en-US" b="0" i="0" baseline="0"/>
            <a:t> for end-to-end resume lifecycle management </a:t>
          </a:r>
          <a:endParaRPr lang="en-US"/>
        </a:p>
      </dgm:t>
    </dgm:pt>
    <dgm:pt modelId="{E8D1D837-3271-4962-984C-90649DF6232B}" type="parTrans" cxnId="{5FDD8367-49FB-4920-841E-81AE00E760AA}">
      <dgm:prSet/>
      <dgm:spPr/>
      <dgm:t>
        <a:bodyPr/>
        <a:lstStyle/>
        <a:p>
          <a:endParaRPr lang="en-US"/>
        </a:p>
      </dgm:t>
    </dgm:pt>
    <dgm:pt modelId="{62FCD286-CB32-4DF1-B687-4036258E36A6}" type="sibTrans" cxnId="{5FDD8367-49FB-4920-841E-81AE00E760AA}">
      <dgm:prSet/>
      <dgm:spPr/>
      <dgm:t>
        <a:bodyPr/>
        <a:lstStyle/>
        <a:p>
          <a:endParaRPr lang="en-US"/>
        </a:p>
      </dgm:t>
    </dgm:pt>
    <dgm:pt modelId="{EDAB2389-C5D7-4943-8DDE-937CCFABCECB}">
      <dgm:prSet/>
      <dgm:spPr/>
      <dgm:t>
        <a:bodyPr/>
        <a:lstStyle/>
        <a:p>
          <a:r>
            <a:rPr lang="en-US" b="0" i="0" baseline="0"/>
            <a:t>Implement </a:t>
          </a:r>
          <a:r>
            <a:rPr lang="en-US" b="1" i="0" baseline="0"/>
            <a:t>AI/ML techniques</a:t>
          </a:r>
          <a:r>
            <a:rPr lang="en-US" b="0" i="0" baseline="0"/>
            <a:t> for automated resume analysis and classification </a:t>
          </a:r>
          <a:endParaRPr lang="en-US"/>
        </a:p>
      </dgm:t>
    </dgm:pt>
    <dgm:pt modelId="{DFFE7ECF-3676-4D96-BF04-F2CA4B45635D}" type="parTrans" cxnId="{69D3619A-D5CE-4FD9-90E2-62F4BB7758AF}">
      <dgm:prSet/>
      <dgm:spPr/>
      <dgm:t>
        <a:bodyPr/>
        <a:lstStyle/>
        <a:p>
          <a:endParaRPr lang="en-US"/>
        </a:p>
      </dgm:t>
    </dgm:pt>
    <dgm:pt modelId="{55DF8FA7-1885-406A-9538-378BBE8227D0}" type="sibTrans" cxnId="{69D3619A-D5CE-4FD9-90E2-62F4BB7758AF}">
      <dgm:prSet/>
      <dgm:spPr/>
      <dgm:t>
        <a:bodyPr/>
        <a:lstStyle/>
        <a:p>
          <a:endParaRPr lang="en-US"/>
        </a:p>
      </dgm:t>
    </dgm:pt>
    <dgm:pt modelId="{1EA8AA07-F732-4439-AB99-F2D530991DE8}">
      <dgm:prSet/>
      <dgm:spPr/>
      <dgm:t>
        <a:bodyPr/>
        <a:lstStyle/>
        <a:p>
          <a:r>
            <a:rPr lang="en-US" b="0" i="0" baseline="0"/>
            <a:t>Enhance </a:t>
          </a:r>
          <a:r>
            <a:rPr lang="en-US" b="1" i="0" baseline="0"/>
            <a:t>matching precision</a:t>
          </a:r>
          <a:r>
            <a:rPr lang="en-US" b="0" i="0" baseline="0"/>
            <a:t> between candidate profiles and job descriptions </a:t>
          </a:r>
          <a:endParaRPr lang="en-US"/>
        </a:p>
      </dgm:t>
    </dgm:pt>
    <dgm:pt modelId="{D31A2893-7329-4FA8-A7EB-F85DC07A1A13}" type="parTrans" cxnId="{5531AA67-21FE-4EA6-8911-A73E6DF709C7}">
      <dgm:prSet/>
      <dgm:spPr/>
      <dgm:t>
        <a:bodyPr/>
        <a:lstStyle/>
        <a:p>
          <a:endParaRPr lang="en-US"/>
        </a:p>
      </dgm:t>
    </dgm:pt>
    <dgm:pt modelId="{EA5E5936-5767-459F-B59F-311797795701}" type="sibTrans" cxnId="{5531AA67-21FE-4EA6-8911-A73E6DF709C7}">
      <dgm:prSet/>
      <dgm:spPr/>
      <dgm:t>
        <a:bodyPr/>
        <a:lstStyle/>
        <a:p>
          <a:endParaRPr lang="en-US"/>
        </a:p>
      </dgm:t>
    </dgm:pt>
    <dgm:pt modelId="{A5920C16-6004-44B3-80E5-74997FE22D84}">
      <dgm:prSet/>
      <dgm:spPr/>
      <dgm:t>
        <a:bodyPr/>
        <a:lstStyle/>
        <a:p>
          <a:r>
            <a:rPr lang="en-US" b="0" i="0" baseline="0"/>
            <a:t>Minimize </a:t>
          </a:r>
          <a:r>
            <a:rPr lang="en-US" b="1" i="0" baseline="0"/>
            <a:t>human intervention and bias</a:t>
          </a:r>
          <a:r>
            <a:rPr lang="en-US" b="0" i="0" baseline="0"/>
            <a:t> in recruitment processes </a:t>
          </a:r>
          <a:endParaRPr lang="en-US"/>
        </a:p>
      </dgm:t>
    </dgm:pt>
    <dgm:pt modelId="{3BEC1F0D-F5D4-409A-8126-0C29A4E37E49}" type="parTrans" cxnId="{C7D9025F-71C7-4580-B71A-D78A5B0D98A8}">
      <dgm:prSet/>
      <dgm:spPr/>
      <dgm:t>
        <a:bodyPr/>
        <a:lstStyle/>
        <a:p>
          <a:endParaRPr lang="en-US"/>
        </a:p>
      </dgm:t>
    </dgm:pt>
    <dgm:pt modelId="{FFCE00E7-E322-46B1-A63F-5DCF66932296}" type="sibTrans" cxnId="{C7D9025F-71C7-4580-B71A-D78A5B0D98A8}">
      <dgm:prSet/>
      <dgm:spPr/>
      <dgm:t>
        <a:bodyPr/>
        <a:lstStyle/>
        <a:p>
          <a:endParaRPr lang="en-US"/>
        </a:p>
      </dgm:t>
    </dgm:pt>
    <dgm:pt modelId="{04F03C3E-CEE4-4BF5-84A0-D920854FA2FD}">
      <dgm:prSet/>
      <dgm:spPr/>
      <dgm:t>
        <a:bodyPr/>
        <a:lstStyle/>
        <a:p>
          <a:r>
            <a:rPr lang="en-US" b="0" i="0" baseline="0"/>
            <a:t>Provide </a:t>
          </a:r>
          <a:r>
            <a:rPr lang="en-US" b="1" i="0" baseline="0"/>
            <a:t>data-driven feedback</a:t>
          </a:r>
          <a:r>
            <a:rPr lang="en-US" b="0" i="0" baseline="0"/>
            <a:t> to applicants for resume improvement </a:t>
          </a:r>
          <a:endParaRPr lang="en-US"/>
        </a:p>
      </dgm:t>
    </dgm:pt>
    <dgm:pt modelId="{DEC3743A-6178-4996-B767-1C17A63674FB}" type="parTrans" cxnId="{6EF95DFD-8E52-46DC-BBFA-64C866FF570C}">
      <dgm:prSet/>
      <dgm:spPr/>
      <dgm:t>
        <a:bodyPr/>
        <a:lstStyle/>
        <a:p>
          <a:endParaRPr lang="en-US"/>
        </a:p>
      </dgm:t>
    </dgm:pt>
    <dgm:pt modelId="{712D2598-2F34-43F8-8800-CC69DA7976B4}" type="sibTrans" cxnId="{6EF95DFD-8E52-46DC-BBFA-64C866FF570C}">
      <dgm:prSet/>
      <dgm:spPr/>
      <dgm:t>
        <a:bodyPr/>
        <a:lstStyle/>
        <a:p>
          <a:endParaRPr lang="en-US"/>
        </a:p>
      </dgm:t>
    </dgm:pt>
    <dgm:pt modelId="{A76053CD-7ED6-474C-97A4-4EDF7628DF9B}">
      <dgm:prSet/>
      <dgm:spPr/>
      <dgm:t>
        <a:bodyPr/>
        <a:lstStyle/>
        <a:p>
          <a:r>
            <a:rPr lang="en-US" b="0" i="0" baseline="0"/>
            <a:t>Enable </a:t>
          </a:r>
          <a:r>
            <a:rPr lang="en-US" b="1" i="0" baseline="0"/>
            <a:t>efficient and scalable recruitment workflows</a:t>
          </a:r>
          <a:r>
            <a:rPr lang="en-US" b="0" i="0" baseline="0"/>
            <a:t> </a:t>
          </a:r>
          <a:endParaRPr lang="en-US"/>
        </a:p>
      </dgm:t>
    </dgm:pt>
    <dgm:pt modelId="{CF22499C-E70F-4159-93B2-A2A06D43C0F6}" type="parTrans" cxnId="{FFE6634B-8D82-45D3-8CA6-92B445810291}">
      <dgm:prSet/>
      <dgm:spPr/>
      <dgm:t>
        <a:bodyPr/>
        <a:lstStyle/>
        <a:p>
          <a:endParaRPr lang="en-US"/>
        </a:p>
      </dgm:t>
    </dgm:pt>
    <dgm:pt modelId="{A0BFDF95-C473-4F61-89CF-1D983A40953E}" type="sibTrans" cxnId="{FFE6634B-8D82-45D3-8CA6-92B445810291}">
      <dgm:prSet/>
      <dgm:spPr/>
      <dgm:t>
        <a:bodyPr/>
        <a:lstStyle/>
        <a:p>
          <a:endParaRPr lang="en-US"/>
        </a:p>
      </dgm:t>
    </dgm:pt>
    <dgm:pt modelId="{FFE78241-5EB0-447B-B748-D95C9AC90A97}" type="pres">
      <dgm:prSet presAssocID="{F2F1675F-5283-4F0F-BB2C-EEBCF840D0AD}" presName="root" presStyleCnt="0">
        <dgm:presLayoutVars>
          <dgm:dir/>
          <dgm:resizeHandles val="exact"/>
        </dgm:presLayoutVars>
      </dgm:prSet>
      <dgm:spPr/>
    </dgm:pt>
    <dgm:pt modelId="{983B7CFF-2E83-432B-AFEF-A2698086636B}" type="pres">
      <dgm:prSet presAssocID="{494A3BBE-21D0-4A6A-8C7A-C17108DED57A}" presName="compNode" presStyleCnt="0"/>
      <dgm:spPr/>
    </dgm:pt>
    <dgm:pt modelId="{1B9729A1-27D0-4E15-BAE3-4264A5070E9F}" type="pres">
      <dgm:prSet presAssocID="{494A3BBE-21D0-4A6A-8C7A-C17108DED57A}" presName="bgRect" presStyleLbl="bgShp" presStyleIdx="0" presStyleCnt="6"/>
      <dgm:spPr/>
    </dgm:pt>
    <dgm:pt modelId="{59A0807E-9760-4C94-8426-452B9033AC2F}" type="pres">
      <dgm:prSet presAssocID="{494A3BBE-21D0-4A6A-8C7A-C17108DED57A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37DC1CCC-C970-4166-9EAF-943DD1AB6AE3}" type="pres">
      <dgm:prSet presAssocID="{494A3BBE-21D0-4A6A-8C7A-C17108DED57A}" presName="spaceRect" presStyleCnt="0"/>
      <dgm:spPr/>
    </dgm:pt>
    <dgm:pt modelId="{F1DA7CAC-5C21-48B0-AAF3-883F33271BB8}" type="pres">
      <dgm:prSet presAssocID="{494A3BBE-21D0-4A6A-8C7A-C17108DED57A}" presName="parTx" presStyleLbl="revTx" presStyleIdx="0" presStyleCnt="6">
        <dgm:presLayoutVars>
          <dgm:chMax val="0"/>
          <dgm:chPref val="0"/>
        </dgm:presLayoutVars>
      </dgm:prSet>
      <dgm:spPr/>
    </dgm:pt>
    <dgm:pt modelId="{FF2483C2-8D25-4FCE-AE10-67157410A344}" type="pres">
      <dgm:prSet presAssocID="{62FCD286-CB32-4DF1-B687-4036258E36A6}" presName="sibTrans" presStyleCnt="0"/>
      <dgm:spPr/>
    </dgm:pt>
    <dgm:pt modelId="{FED3BE94-EF84-4EA3-B688-FEEA19CFB054}" type="pres">
      <dgm:prSet presAssocID="{EDAB2389-C5D7-4943-8DDE-937CCFABCECB}" presName="compNode" presStyleCnt="0"/>
      <dgm:spPr/>
    </dgm:pt>
    <dgm:pt modelId="{2502E777-FC9A-4C14-A013-3960C0734182}" type="pres">
      <dgm:prSet presAssocID="{EDAB2389-C5D7-4943-8DDE-937CCFABCECB}" presName="bgRect" presStyleLbl="bgShp" presStyleIdx="1" presStyleCnt="6"/>
      <dgm:spPr/>
    </dgm:pt>
    <dgm:pt modelId="{C15833DD-9787-4C78-950C-9F0E5777BBEE}" type="pres">
      <dgm:prSet presAssocID="{EDAB2389-C5D7-4943-8DDE-937CCFABCECB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009FF5E-8E9F-4631-BEC5-7B1F9CA55834}" type="pres">
      <dgm:prSet presAssocID="{EDAB2389-C5D7-4943-8DDE-937CCFABCECB}" presName="spaceRect" presStyleCnt="0"/>
      <dgm:spPr/>
    </dgm:pt>
    <dgm:pt modelId="{FEE4D67E-FBEF-42BF-A334-28FFA07B297B}" type="pres">
      <dgm:prSet presAssocID="{EDAB2389-C5D7-4943-8DDE-937CCFABCECB}" presName="parTx" presStyleLbl="revTx" presStyleIdx="1" presStyleCnt="6">
        <dgm:presLayoutVars>
          <dgm:chMax val="0"/>
          <dgm:chPref val="0"/>
        </dgm:presLayoutVars>
      </dgm:prSet>
      <dgm:spPr/>
    </dgm:pt>
    <dgm:pt modelId="{79E13FE1-E44D-49B0-AF85-74A0DBEDDAD4}" type="pres">
      <dgm:prSet presAssocID="{55DF8FA7-1885-406A-9538-378BBE8227D0}" presName="sibTrans" presStyleCnt="0"/>
      <dgm:spPr/>
    </dgm:pt>
    <dgm:pt modelId="{B15801AB-1222-4AD7-85BF-71BDD3734040}" type="pres">
      <dgm:prSet presAssocID="{1EA8AA07-F732-4439-AB99-F2D530991DE8}" presName="compNode" presStyleCnt="0"/>
      <dgm:spPr/>
    </dgm:pt>
    <dgm:pt modelId="{EB146D64-4D82-4D74-9857-87BA5DBEEDC6}" type="pres">
      <dgm:prSet presAssocID="{1EA8AA07-F732-4439-AB99-F2D530991DE8}" presName="bgRect" presStyleLbl="bgShp" presStyleIdx="2" presStyleCnt="6"/>
      <dgm:spPr/>
    </dgm:pt>
    <dgm:pt modelId="{620C42EE-0947-4BF5-B4DB-356106511D2E}" type="pres">
      <dgm:prSet presAssocID="{1EA8AA07-F732-4439-AB99-F2D530991DE8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DD30863C-5AC7-4F72-ABA6-E7405B21B95A}" type="pres">
      <dgm:prSet presAssocID="{1EA8AA07-F732-4439-AB99-F2D530991DE8}" presName="spaceRect" presStyleCnt="0"/>
      <dgm:spPr/>
    </dgm:pt>
    <dgm:pt modelId="{75A2C3CC-7A99-458C-8B46-EC80C5EFDE69}" type="pres">
      <dgm:prSet presAssocID="{1EA8AA07-F732-4439-AB99-F2D530991DE8}" presName="parTx" presStyleLbl="revTx" presStyleIdx="2" presStyleCnt="6">
        <dgm:presLayoutVars>
          <dgm:chMax val="0"/>
          <dgm:chPref val="0"/>
        </dgm:presLayoutVars>
      </dgm:prSet>
      <dgm:spPr/>
    </dgm:pt>
    <dgm:pt modelId="{55878B4F-AA4B-4750-BF67-FCE48516D632}" type="pres">
      <dgm:prSet presAssocID="{EA5E5936-5767-459F-B59F-311797795701}" presName="sibTrans" presStyleCnt="0"/>
      <dgm:spPr/>
    </dgm:pt>
    <dgm:pt modelId="{A5C8E463-D7EA-4B5D-9982-F731D8353E13}" type="pres">
      <dgm:prSet presAssocID="{A5920C16-6004-44B3-80E5-74997FE22D84}" presName="compNode" presStyleCnt="0"/>
      <dgm:spPr/>
    </dgm:pt>
    <dgm:pt modelId="{1C62A18A-BD16-4F91-8AEF-E9C85EDDCE96}" type="pres">
      <dgm:prSet presAssocID="{A5920C16-6004-44B3-80E5-74997FE22D84}" presName="bgRect" presStyleLbl="bgShp" presStyleIdx="3" presStyleCnt="6"/>
      <dgm:spPr/>
    </dgm:pt>
    <dgm:pt modelId="{22AEF5DB-3AD9-4DBF-96CA-DC7EEEA1B8A4}" type="pres">
      <dgm:prSet presAssocID="{A5920C16-6004-44B3-80E5-74997FE22D84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CD326A19-2736-4A4C-A0F0-3B5740D6BDE9}" type="pres">
      <dgm:prSet presAssocID="{A5920C16-6004-44B3-80E5-74997FE22D84}" presName="spaceRect" presStyleCnt="0"/>
      <dgm:spPr/>
    </dgm:pt>
    <dgm:pt modelId="{A9224889-E528-447E-8280-0B43EDD6AE14}" type="pres">
      <dgm:prSet presAssocID="{A5920C16-6004-44B3-80E5-74997FE22D84}" presName="parTx" presStyleLbl="revTx" presStyleIdx="3" presStyleCnt="6">
        <dgm:presLayoutVars>
          <dgm:chMax val="0"/>
          <dgm:chPref val="0"/>
        </dgm:presLayoutVars>
      </dgm:prSet>
      <dgm:spPr/>
    </dgm:pt>
    <dgm:pt modelId="{CBDD9671-DD6D-4452-AD03-5ACEC3175F03}" type="pres">
      <dgm:prSet presAssocID="{FFCE00E7-E322-46B1-A63F-5DCF66932296}" presName="sibTrans" presStyleCnt="0"/>
      <dgm:spPr/>
    </dgm:pt>
    <dgm:pt modelId="{52B48225-9DC8-467A-8642-287769A205A5}" type="pres">
      <dgm:prSet presAssocID="{04F03C3E-CEE4-4BF5-84A0-D920854FA2FD}" presName="compNode" presStyleCnt="0"/>
      <dgm:spPr/>
    </dgm:pt>
    <dgm:pt modelId="{397F3E08-A50C-4EDD-97B8-D6ABFCC23FE3}" type="pres">
      <dgm:prSet presAssocID="{04F03C3E-CEE4-4BF5-84A0-D920854FA2FD}" presName="bgRect" presStyleLbl="bgShp" presStyleIdx="4" presStyleCnt="6"/>
      <dgm:spPr/>
    </dgm:pt>
    <dgm:pt modelId="{9F90AA21-D68C-4800-BF88-189E4CD403DD}" type="pres">
      <dgm:prSet presAssocID="{04F03C3E-CEE4-4BF5-84A0-D920854FA2FD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C914A105-5E26-4406-9E95-D03625304E09}" type="pres">
      <dgm:prSet presAssocID="{04F03C3E-CEE4-4BF5-84A0-D920854FA2FD}" presName="spaceRect" presStyleCnt="0"/>
      <dgm:spPr/>
    </dgm:pt>
    <dgm:pt modelId="{BA662FA9-527F-42F9-9E35-38DC692E1B57}" type="pres">
      <dgm:prSet presAssocID="{04F03C3E-CEE4-4BF5-84A0-D920854FA2FD}" presName="parTx" presStyleLbl="revTx" presStyleIdx="4" presStyleCnt="6">
        <dgm:presLayoutVars>
          <dgm:chMax val="0"/>
          <dgm:chPref val="0"/>
        </dgm:presLayoutVars>
      </dgm:prSet>
      <dgm:spPr/>
    </dgm:pt>
    <dgm:pt modelId="{BD6378B1-972E-4347-8FBF-650895684B92}" type="pres">
      <dgm:prSet presAssocID="{712D2598-2F34-43F8-8800-CC69DA7976B4}" presName="sibTrans" presStyleCnt="0"/>
      <dgm:spPr/>
    </dgm:pt>
    <dgm:pt modelId="{BC5EE913-AC63-40BF-AFD2-DE83B334E783}" type="pres">
      <dgm:prSet presAssocID="{A76053CD-7ED6-474C-97A4-4EDF7628DF9B}" presName="compNode" presStyleCnt="0"/>
      <dgm:spPr/>
    </dgm:pt>
    <dgm:pt modelId="{3607EDAA-7E24-4C77-9E57-C7EB8CEC4617}" type="pres">
      <dgm:prSet presAssocID="{A76053CD-7ED6-474C-97A4-4EDF7628DF9B}" presName="bgRect" presStyleLbl="bgShp" presStyleIdx="5" presStyleCnt="6"/>
      <dgm:spPr/>
    </dgm:pt>
    <dgm:pt modelId="{E9BFA708-E5AB-414D-987A-527B423F09A8}" type="pres">
      <dgm:prSet presAssocID="{A76053CD-7ED6-474C-97A4-4EDF7628DF9B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816840A5-6BC2-4F9F-B461-F037E50688FE}" type="pres">
      <dgm:prSet presAssocID="{A76053CD-7ED6-474C-97A4-4EDF7628DF9B}" presName="spaceRect" presStyleCnt="0"/>
      <dgm:spPr/>
    </dgm:pt>
    <dgm:pt modelId="{6EEC65BB-1693-43A7-A979-1F8D731923D5}" type="pres">
      <dgm:prSet presAssocID="{A76053CD-7ED6-474C-97A4-4EDF7628DF9B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F168A914-19F4-4DE9-95BA-4B0838B80588}" type="presOf" srcId="{1EA8AA07-F732-4439-AB99-F2D530991DE8}" destId="{75A2C3CC-7A99-458C-8B46-EC80C5EFDE69}" srcOrd="0" destOrd="0" presId="urn:microsoft.com/office/officeart/2018/2/layout/IconVerticalSolidList"/>
    <dgm:cxn modelId="{E6501B20-FAA3-4F7E-991F-0DF540F791BF}" type="presOf" srcId="{EDAB2389-C5D7-4943-8DDE-937CCFABCECB}" destId="{FEE4D67E-FBEF-42BF-A334-28FFA07B297B}" srcOrd="0" destOrd="0" presId="urn:microsoft.com/office/officeart/2018/2/layout/IconVerticalSolidList"/>
    <dgm:cxn modelId="{C7D9025F-71C7-4580-B71A-D78A5B0D98A8}" srcId="{F2F1675F-5283-4F0F-BB2C-EEBCF840D0AD}" destId="{A5920C16-6004-44B3-80E5-74997FE22D84}" srcOrd="3" destOrd="0" parTransId="{3BEC1F0D-F5D4-409A-8126-0C29A4E37E49}" sibTransId="{FFCE00E7-E322-46B1-A63F-5DCF66932296}"/>
    <dgm:cxn modelId="{EE6E4663-6242-4D4E-A093-F28CC963D631}" type="presOf" srcId="{F2F1675F-5283-4F0F-BB2C-EEBCF840D0AD}" destId="{FFE78241-5EB0-447B-B748-D95C9AC90A97}" srcOrd="0" destOrd="0" presId="urn:microsoft.com/office/officeart/2018/2/layout/IconVerticalSolidList"/>
    <dgm:cxn modelId="{4A180664-BEBA-4CEF-B69C-FC0328BE2A08}" type="presOf" srcId="{494A3BBE-21D0-4A6A-8C7A-C17108DED57A}" destId="{F1DA7CAC-5C21-48B0-AAF3-883F33271BB8}" srcOrd="0" destOrd="0" presId="urn:microsoft.com/office/officeart/2018/2/layout/IconVerticalSolidList"/>
    <dgm:cxn modelId="{5FDD8367-49FB-4920-841E-81AE00E760AA}" srcId="{F2F1675F-5283-4F0F-BB2C-EEBCF840D0AD}" destId="{494A3BBE-21D0-4A6A-8C7A-C17108DED57A}" srcOrd="0" destOrd="0" parTransId="{E8D1D837-3271-4962-984C-90649DF6232B}" sibTransId="{62FCD286-CB32-4DF1-B687-4036258E36A6}"/>
    <dgm:cxn modelId="{5531AA67-21FE-4EA6-8911-A73E6DF709C7}" srcId="{F2F1675F-5283-4F0F-BB2C-EEBCF840D0AD}" destId="{1EA8AA07-F732-4439-AB99-F2D530991DE8}" srcOrd="2" destOrd="0" parTransId="{D31A2893-7329-4FA8-A7EB-F85DC07A1A13}" sibTransId="{EA5E5936-5767-459F-B59F-311797795701}"/>
    <dgm:cxn modelId="{FFE6634B-8D82-45D3-8CA6-92B445810291}" srcId="{F2F1675F-5283-4F0F-BB2C-EEBCF840D0AD}" destId="{A76053CD-7ED6-474C-97A4-4EDF7628DF9B}" srcOrd="5" destOrd="0" parTransId="{CF22499C-E70F-4159-93B2-A2A06D43C0F6}" sibTransId="{A0BFDF95-C473-4F61-89CF-1D983A40953E}"/>
    <dgm:cxn modelId="{69D3619A-D5CE-4FD9-90E2-62F4BB7758AF}" srcId="{F2F1675F-5283-4F0F-BB2C-EEBCF840D0AD}" destId="{EDAB2389-C5D7-4943-8DDE-937CCFABCECB}" srcOrd="1" destOrd="0" parTransId="{DFFE7ECF-3676-4D96-BF04-F2CA4B45635D}" sibTransId="{55DF8FA7-1885-406A-9538-378BBE8227D0}"/>
    <dgm:cxn modelId="{AB20E4D7-FB21-42E8-887D-3AFA9AE50F0D}" type="presOf" srcId="{04F03C3E-CEE4-4BF5-84A0-D920854FA2FD}" destId="{BA662FA9-527F-42F9-9E35-38DC692E1B57}" srcOrd="0" destOrd="0" presId="urn:microsoft.com/office/officeart/2018/2/layout/IconVerticalSolidList"/>
    <dgm:cxn modelId="{303B24E5-FC02-40EE-8A9A-000DDFCA47DF}" type="presOf" srcId="{A5920C16-6004-44B3-80E5-74997FE22D84}" destId="{A9224889-E528-447E-8280-0B43EDD6AE14}" srcOrd="0" destOrd="0" presId="urn:microsoft.com/office/officeart/2018/2/layout/IconVerticalSolidList"/>
    <dgm:cxn modelId="{4A6BFCF3-585A-44AC-B378-ACA2FC436F8C}" type="presOf" srcId="{A76053CD-7ED6-474C-97A4-4EDF7628DF9B}" destId="{6EEC65BB-1693-43A7-A979-1F8D731923D5}" srcOrd="0" destOrd="0" presId="urn:microsoft.com/office/officeart/2018/2/layout/IconVerticalSolidList"/>
    <dgm:cxn modelId="{6EF95DFD-8E52-46DC-BBFA-64C866FF570C}" srcId="{F2F1675F-5283-4F0F-BB2C-EEBCF840D0AD}" destId="{04F03C3E-CEE4-4BF5-84A0-D920854FA2FD}" srcOrd="4" destOrd="0" parTransId="{DEC3743A-6178-4996-B767-1C17A63674FB}" sibTransId="{712D2598-2F34-43F8-8800-CC69DA7976B4}"/>
    <dgm:cxn modelId="{D1E4C625-6F6A-4AE3-8E45-EBA3938EF793}" type="presParOf" srcId="{FFE78241-5EB0-447B-B748-D95C9AC90A97}" destId="{983B7CFF-2E83-432B-AFEF-A2698086636B}" srcOrd="0" destOrd="0" presId="urn:microsoft.com/office/officeart/2018/2/layout/IconVerticalSolidList"/>
    <dgm:cxn modelId="{8D2F0F6C-76E2-4D57-B1FC-B6ADD4FB3868}" type="presParOf" srcId="{983B7CFF-2E83-432B-AFEF-A2698086636B}" destId="{1B9729A1-27D0-4E15-BAE3-4264A5070E9F}" srcOrd="0" destOrd="0" presId="urn:microsoft.com/office/officeart/2018/2/layout/IconVerticalSolidList"/>
    <dgm:cxn modelId="{551BBAC4-BE86-47A3-B60A-F34FBB4975F3}" type="presParOf" srcId="{983B7CFF-2E83-432B-AFEF-A2698086636B}" destId="{59A0807E-9760-4C94-8426-452B9033AC2F}" srcOrd="1" destOrd="0" presId="urn:microsoft.com/office/officeart/2018/2/layout/IconVerticalSolidList"/>
    <dgm:cxn modelId="{3CDDBF47-D3AB-4CA9-86FD-3E5C2232C129}" type="presParOf" srcId="{983B7CFF-2E83-432B-AFEF-A2698086636B}" destId="{37DC1CCC-C970-4166-9EAF-943DD1AB6AE3}" srcOrd="2" destOrd="0" presId="urn:microsoft.com/office/officeart/2018/2/layout/IconVerticalSolidList"/>
    <dgm:cxn modelId="{70FD0C4C-B6A1-41B0-9D92-3828E8EC90DE}" type="presParOf" srcId="{983B7CFF-2E83-432B-AFEF-A2698086636B}" destId="{F1DA7CAC-5C21-48B0-AAF3-883F33271BB8}" srcOrd="3" destOrd="0" presId="urn:microsoft.com/office/officeart/2018/2/layout/IconVerticalSolidList"/>
    <dgm:cxn modelId="{9C55402F-9E3D-434F-A50A-4356191C8D6C}" type="presParOf" srcId="{FFE78241-5EB0-447B-B748-D95C9AC90A97}" destId="{FF2483C2-8D25-4FCE-AE10-67157410A344}" srcOrd="1" destOrd="0" presId="urn:microsoft.com/office/officeart/2018/2/layout/IconVerticalSolidList"/>
    <dgm:cxn modelId="{D028255B-C821-4CEA-9F92-428F10AD1A29}" type="presParOf" srcId="{FFE78241-5EB0-447B-B748-D95C9AC90A97}" destId="{FED3BE94-EF84-4EA3-B688-FEEA19CFB054}" srcOrd="2" destOrd="0" presId="urn:microsoft.com/office/officeart/2018/2/layout/IconVerticalSolidList"/>
    <dgm:cxn modelId="{7FD58C91-8821-46A9-8B56-AA74C648271D}" type="presParOf" srcId="{FED3BE94-EF84-4EA3-B688-FEEA19CFB054}" destId="{2502E777-FC9A-4C14-A013-3960C0734182}" srcOrd="0" destOrd="0" presId="urn:microsoft.com/office/officeart/2018/2/layout/IconVerticalSolidList"/>
    <dgm:cxn modelId="{918AA35A-70E1-4E80-A267-BE419A897204}" type="presParOf" srcId="{FED3BE94-EF84-4EA3-B688-FEEA19CFB054}" destId="{C15833DD-9787-4C78-950C-9F0E5777BBEE}" srcOrd="1" destOrd="0" presId="urn:microsoft.com/office/officeart/2018/2/layout/IconVerticalSolidList"/>
    <dgm:cxn modelId="{CB58F38D-B126-4880-B785-B6AC5AF03639}" type="presParOf" srcId="{FED3BE94-EF84-4EA3-B688-FEEA19CFB054}" destId="{2009FF5E-8E9F-4631-BEC5-7B1F9CA55834}" srcOrd="2" destOrd="0" presId="urn:microsoft.com/office/officeart/2018/2/layout/IconVerticalSolidList"/>
    <dgm:cxn modelId="{53D94512-4BEF-4973-9EFB-FD031655752E}" type="presParOf" srcId="{FED3BE94-EF84-4EA3-B688-FEEA19CFB054}" destId="{FEE4D67E-FBEF-42BF-A334-28FFA07B297B}" srcOrd="3" destOrd="0" presId="urn:microsoft.com/office/officeart/2018/2/layout/IconVerticalSolidList"/>
    <dgm:cxn modelId="{763D02E2-55B3-43B9-9907-9A51550EE4E4}" type="presParOf" srcId="{FFE78241-5EB0-447B-B748-D95C9AC90A97}" destId="{79E13FE1-E44D-49B0-AF85-74A0DBEDDAD4}" srcOrd="3" destOrd="0" presId="urn:microsoft.com/office/officeart/2018/2/layout/IconVerticalSolidList"/>
    <dgm:cxn modelId="{E3777156-6234-4E16-8B36-7E3F04A0DEDD}" type="presParOf" srcId="{FFE78241-5EB0-447B-B748-D95C9AC90A97}" destId="{B15801AB-1222-4AD7-85BF-71BDD3734040}" srcOrd="4" destOrd="0" presId="urn:microsoft.com/office/officeart/2018/2/layout/IconVerticalSolidList"/>
    <dgm:cxn modelId="{3A4FF432-5FBF-424C-AF1A-5719AD73384A}" type="presParOf" srcId="{B15801AB-1222-4AD7-85BF-71BDD3734040}" destId="{EB146D64-4D82-4D74-9857-87BA5DBEEDC6}" srcOrd="0" destOrd="0" presId="urn:microsoft.com/office/officeart/2018/2/layout/IconVerticalSolidList"/>
    <dgm:cxn modelId="{B4BDBCB6-B28C-4253-8B48-9FA5967987E8}" type="presParOf" srcId="{B15801AB-1222-4AD7-85BF-71BDD3734040}" destId="{620C42EE-0947-4BF5-B4DB-356106511D2E}" srcOrd="1" destOrd="0" presId="urn:microsoft.com/office/officeart/2018/2/layout/IconVerticalSolidList"/>
    <dgm:cxn modelId="{841FBB3E-1FF5-42D6-AC1D-9EB2DCCDAD3B}" type="presParOf" srcId="{B15801AB-1222-4AD7-85BF-71BDD3734040}" destId="{DD30863C-5AC7-4F72-ABA6-E7405B21B95A}" srcOrd="2" destOrd="0" presId="urn:microsoft.com/office/officeart/2018/2/layout/IconVerticalSolidList"/>
    <dgm:cxn modelId="{73D70083-33B1-40E8-97A8-A405DE5534FF}" type="presParOf" srcId="{B15801AB-1222-4AD7-85BF-71BDD3734040}" destId="{75A2C3CC-7A99-458C-8B46-EC80C5EFDE69}" srcOrd="3" destOrd="0" presId="urn:microsoft.com/office/officeart/2018/2/layout/IconVerticalSolidList"/>
    <dgm:cxn modelId="{43E3CE55-871E-42EA-8A5D-DCB529178A89}" type="presParOf" srcId="{FFE78241-5EB0-447B-B748-D95C9AC90A97}" destId="{55878B4F-AA4B-4750-BF67-FCE48516D632}" srcOrd="5" destOrd="0" presId="urn:microsoft.com/office/officeart/2018/2/layout/IconVerticalSolidList"/>
    <dgm:cxn modelId="{D51FEA03-0A84-48DE-B9D9-5435A5163338}" type="presParOf" srcId="{FFE78241-5EB0-447B-B748-D95C9AC90A97}" destId="{A5C8E463-D7EA-4B5D-9982-F731D8353E13}" srcOrd="6" destOrd="0" presId="urn:microsoft.com/office/officeart/2018/2/layout/IconVerticalSolidList"/>
    <dgm:cxn modelId="{B72A12B7-134F-4857-AD4D-A2B4AC1088DD}" type="presParOf" srcId="{A5C8E463-D7EA-4B5D-9982-F731D8353E13}" destId="{1C62A18A-BD16-4F91-8AEF-E9C85EDDCE96}" srcOrd="0" destOrd="0" presId="urn:microsoft.com/office/officeart/2018/2/layout/IconVerticalSolidList"/>
    <dgm:cxn modelId="{21FF970C-3B37-4157-B428-B6F74C160AED}" type="presParOf" srcId="{A5C8E463-D7EA-4B5D-9982-F731D8353E13}" destId="{22AEF5DB-3AD9-4DBF-96CA-DC7EEEA1B8A4}" srcOrd="1" destOrd="0" presId="urn:microsoft.com/office/officeart/2018/2/layout/IconVerticalSolidList"/>
    <dgm:cxn modelId="{37B4807A-3BCD-4BDD-A0DE-B506E5D3BF3F}" type="presParOf" srcId="{A5C8E463-D7EA-4B5D-9982-F731D8353E13}" destId="{CD326A19-2736-4A4C-A0F0-3B5740D6BDE9}" srcOrd="2" destOrd="0" presId="urn:microsoft.com/office/officeart/2018/2/layout/IconVerticalSolidList"/>
    <dgm:cxn modelId="{E4A3E15A-1E5C-4FA6-9025-5A2EE04F67A7}" type="presParOf" srcId="{A5C8E463-D7EA-4B5D-9982-F731D8353E13}" destId="{A9224889-E528-447E-8280-0B43EDD6AE14}" srcOrd="3" destOrd="0" presId="urn:microsoft.com/office/officeart/2018/2/layout/IconVerticalSolidList"/>
    <dgm:cxn modelId="{D0181AB3-6751-44DE-B653-9BF22872B6A0}" type="presParOf" srcId="{FFE78241-5EB0-447B-B748-D95C9AC90A97}" destId="{CBDD9671-DD6D-4452-AD03-5ACEC3175F03}" srcOrd="7" destOrd="0" presId="urn:microsoft.com/office/officeart/2018/2/layout/IconVerticalSolidList"/>
    <dgm:cxn modelId="{DC9CB5B5-DF8A-4C68-8FC9-FD17E4B02D02}" type="presParOf" srcId="{FFE78241-5EB0-447B-B748-D95C9AC90A97}" destId="{52B48225-9DC8-467A-8642-287769A205A5}" srcOrd="8" destOrd="0" presId="urn:microsoft.com/office/officeart/2018/2/layout/IconVerticalSolidList"/>
    <dgm:cxn modelId="{9ABAD3E5-B68B-461C-BEA1-ADA69B86D3FF}" type="presParOf" srcId="{52B48225-9DC8-467A-8642-287769A205A5}" destId="{397F3E08-A50C-4EDD-97B8-D6ABFCC23FE3}" srcOrd="0" destOrd="0" presId="urn:microsoft.com/office/officeart/2018/2/layout/IconVerticalSolidList"/>
    <dgm:cxn modelId="{A0228556-768D-4DA0-AB2B-6115F3EE47AD}" type="presParOf" srcId="{52B48225-9DC8-467A-8642-287769A205A5}" destId="{9F90AA21-D68C-4800-BF88-189E4CD403DD}" srcOrd="1" destOrd="0" presId="urn:microsoft.com/office/officeart/2018/2/layout/IconVerticalSolidList"/>
    <dgm:cxn modelId="{EDAFE46A-1271-47C8-B2A8-83DCD2C7811F}" type="presParOf" srcId="{52B48225-9DC8-467A-8642-287769A205A5}" destId="{C914A105-5E26-4406-9E95-D03625304E09}" srcOrd="2" destOrd="0" presId="urn:microsoft.com/office/officeart/2018/2/layout/IconVerticalSolidList"/>
    <dgm:cxn modelId="{AC0B73AE-B9E2-4B0A-8C02-F33F6B7E28C8}" type="presParOf" srcId="{52B48225-9DC8-467A-8642-287769A205A5}" destId="{BA662FA9-527F-42F9-9E35-38DC692E1B57}" srcOrd="3" destOrd="0" presId="urn:microsoft.com/office/officeart/2018/2/layout/IconVerticalSolidList"/>
    <dgm:cxn modelId="{E288395F-FA34-4C99-9480-98BCA2F0D1DF}" type="presParOf" srcId="{FFE78241-5EB0-447B-B748-D95C9AC90A97}" destId="{BD6378B1-972E-4347-8FBF-650895684B92}" srcOrd="9" destOrd="0" presId="urn:microsoft.com/office/officeart/2018/2/layout/IconVerticalSolidList"/>
    <dgm:cxn modelId="{D3695AC7-9C35-4297-8480-C83FEA5EEE54}" type="presParOf" srcId="{FFE78241-5EB0-447B-B748-D95C9AC90A97}" destId="{BC5EE913-AC63-40BF-AFD2-DE83B334E783}" srcOrd="10" destOrd="0" presId="urn:microsoft.com/office/officeart/2018/2/layout/IconVerticalSolidList"/>
    <dgm:cxn modelId="{4EB5369B-90AD-4210-9B99-E122D9425838}" type="presParOf" srcId="{BC5EE913-AC63-40BF-AFD2-DE83B334E783}" destId="{3607EDAA-7E24-4C77-9E57-C7EB8CEC4617}" srcOrd="0" destOrd="0" presId="urn:microsoft.com/office/officeart/2018/2/layout/IconVerticalSolidList"/>
    <dgm:cxn modelId="{8A8B75FD-BC23-4850-9696-06E8EDBFD04B}" type="presParOf" srcId="{BC5EE913-AC63-40BF-AFD2-DE83B334E783}" destId="{E9BFA708-E5AB-414D-987A-527B423F09A8}" srcOrd="1" destOrd="0" presId="urn:microsoft.com/office/officeart/2018/2/layout/IconVerticalSolidList"/>
    <dgm:cxn modelId="{BA903520-EF05-43CD-B507-4C28A062C0CC}" type="presParOf" srcId="{BC5EE913-AC63-40BF-AFD2-DE83B334E783}" destId="{816840A5-6BC2-4F9F-B461-F037E50688FE}" srcOrd="2" destOrd="0" presId="urn:microsoft.com/office/officeart/2018/2/layout/IconVerticalSolidList"/>
    <dgm:cxn modelId="{30C925A2-9489-44E2-AC82-659EBE7B796D}" type="presParOf" srcId="{BC5EE913-AC63-40BF-AFD2-DE83B334E783}" destId="{6EEC65BB-1693-43A7-A979-1F8D731923D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BF6E59C-98A0-439A-A165-3413127C2767}" type="doc">
      <dgm:prSet loTypeId="urn:microsoft.com/office/officeart/2005/8/layout/cycle2" loCatId="cycle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76EA0262-AE88-40F5-BF12-601CD0602A27}">
      <dgm:prSet/>
      <dgm:spPr/>
      <dgm:t>
        <a:bodyPr/>
        <a:lstStyle/>
        <a:p>
          <a:r>
            <a:rPr lang="en-US" b="0" i="0" baseline="0" dirty="0"/>
            <a:t>Current approaches are </a:t>
          </a:r>
          <a:r>
            <a:rPr lang="en-US" b="1" i="0" baseline="0" dirty="0"/>
            <a:t>fragmented</a:t>
          </a:r>
          <a:r>
            <a:rPr lang="en-US" b="0" i="0" baseline="0" dirty="0"/>
            <a:t>, addressing only parts of the recruitment process </a:t>
          </a:r>
          <a:endParaRPr lang="en-US" dirty="0"/>
        </a:p>
      </dgm:t>
    </dgm:pt>
    <dgm:pt modelId="{66DA991C-3F25-46A7-B348-4F5EC8A76572}" type="parTrans" cxnId="{9DAE9494-A005-4810-8F6C-CC74B71BCA17}">
      <dgm:prSet/>
      <dgm:spPr/>
      <dgm:t>
        <a:bodyPr/>
        <a:lstStyle/>
        <a:p>
          <a:endParaRPr lang="en-US"/>
        </a:p>
      </dgm:t>
    </dgm:pt>
    <dgm:pt modelId="{1562B46A-4C45-4C2C-919E-62B553933CAC}" type="sibTrans" cxnId="{9DAE9494-A005-4810-8F6C-CC74B71BCA17}">
      <dgm:prSet/>
      <dgm:spPr/>
      <dgm:t>
        <a:bodyPr/>
        <a:lstStyle/>
        <a:p>
          <a:endParaRPr lang="en-US"/>
        </a:p>
      </dgm:t>
    </dgm:pt>
    <dgm:pt modelId="{2B13D6AC-8D54-4BA5-97DB-5CAD6C7E66A5}">
      <dgm:prSet/>
      <dgm:spPr/>
      <dgm:t>
        <a:bodyPr/>
        <a:lstStyle/>
        <a:p>
          <a:r>
            <a:rPr lang="en-US" b="0" i="0" baseline="0"/>
            <a:t>Systems lack </a:t>
          </a:r>
          <a:r>
            <a:rPr lang="en-US" b="1" i="0" baseline="0"/>
            <a:t>end-to-end lifecycle management</a:t>
          </a:r>
          <a:r>
            <a:rPr lang="en-US" b="0" i="0" baseline="0"/>
            <a:t> of resumes </a:t>
          </a:r>
          <a:endParaRPr lang="en-US"/>
        </a:p>
      </dgm:t>
    </dgm:pt>
    <dgm:pt modelId="{026DD025-AE35-4A3C-91D0-9E3636D45354}" type="parTrans" cxnId="{0955F99B-8327-4C3B-B287-640008C83CA3}">
      <dgm:prSet/>
      <dgm:spPr/>
      <dgm:t>
        <a:bodyPr/>
        <a:lstStyle/>
        <a:p>
          <a:endParaRPr lang="en-US"/>
        </a:p>
      </dgm:t>
    </dgm:pt>
    <dgm:pt modelId="{D0D93741-2089-4D27-B520-8F40005B0D50}" type="sibTrans" cxnId="{0955F99B-8327-4C3B-B287-640008C83CA3}">
      <dgm:prSet/>
      <dgm:spPr/>
      <dgm:t>
        <a:bodyPr/>
        <a:lstStyle/>
        <a:p>
          <a:endParaRPr lang="en-US"/>
        </a:p>
      </dgm:t>
    </dgm:pt>
    <dgm:pt modelId="{6935C2B5-4299-4A3B-BB82-4D93D6BC83B3}">
      <dgm:prSet/>
      <dgm:spPr/>
      <dgm:t>
        <a:bodyPr/>
        <a:lstStyle/>
        <a:p>
          <a:r>
            <a:rPr lang="en-US" b="0" i="0" baseline="0"/>
            <a:t>Minimal focus on </a:t>
          </a:r>
          <a:r>
            <a:rPr lang="en-US" b="1" i="0" baseline="0"/>
            <a:t>applicant-side improvement and guidance</a:t>
          </a:r>
          <a:r>
            <a:rPr lang="en-US" b="0" i="0" baseline="0"/>
            <a:t> </a:t>
          </a:r>
          <a:endParaRPr lang="en-US"/>
        </a:p>
      </dgm:t>
    </dgm:pt>
    <dgm:pt modelId="{0E4DD498-B339-4A2C-B6F0-50DA3882C472}" type="parTrans" cxnId="{CB3D00B6-503D-44A7-9F12-4ADEA9191BC0}">
      <dgm:prSet/>
      <dgm:spPr/>
      <dgm:t>
        <a:bodyPr/>
        <a:lstStyle/>
        <a:p>
          <a:endParaRPr lang="en-US"/>
        </a:p>
      </dgm:t>
    </dgm:pt>
    <dgm:pt modelId="{82711580-3789-4887-8F69-C04E9C4C1C38}" type="sibTrans" cxnId="{CB3D00B6-503D-44A7-9F12-4ADEA9191BC0}">
      <dgm:prSet/>
      <dgm:spPr/>
      <dgm:t>
        <a:bodyPr/>
        <a:lstStyle/>
        <a:p>
          <a:endParaRPr lang="en-US"/>
        </a:p>
      </dgm:t>
    </dgm:pt>
    <dgm:pt modelId="{A2EDB946-9780-4A87-AA21-D47434415E36}">
      <dgm:prSet/>
      <dgm:spPr/>
      <dgm:t>
        <a:bodyPr/>
        <a:lstStyle/>
        <a:p>
          <a:r>
            <a:rPr lang="en-US" b="0" i="0" baseline="0"/>
            <a:t>Existing models often ignore </a:t>
          </a:r>
          <a:r>
            <a:rPr lang="en-US" b="1" i="0" baseline="0"/>
            <a:t>semantic understanding of resumes</a:t>
          </a:r>
          <a:r>
            <a:rPr lang="en-US" b="0" i="0" baseline="0"/>
            <a:t> </a:t>
          </a:r>
          <a:endParaRPr lang="en-US"/>
        </a:p>
      </dgm:t>
    </dgm:pt>
    <dgm:pt modelId="{645A36DF-0AE1-44D5-9802-F654CDE4CF9D}" type="parTrans" cxnId="{8690CC9D-26F6-44B5-A691-363B2FB1390C}">
      <dgm:prSet/>
      <dgm:spPr/>
      <dgm:t>
        <a:bodyPr/>
        <a:lstStyle/>
        <a:p>
          <a:endParaRPr lang="en-US"/>
        </a:p>
      </dgm:t>
    </dgm:pt>
    <dgm:pt modelId="{98DEE031-D92B-44C8-883E-D23787EE4474}" type="sibTrans" cxnId="{8690CC9D-26F6-44B5-A691-363B2FB1390C}">
      <dgm:prSet/>
      <dgm:spPr/>
      <dgm:t>
        <a:bodyPr/>
        <a:lstStyle/>
        <a:p>
          <a:endParaRPr lang="en-US"/>
        </a:p>
      </dgm:t>
    </dgm:pt>
    <dgm:pt modelId="{9A7E1C4B-C2FC-4CEF-9B9B-F1E13C203F38}">
      <dgm:prSet/>
      <dgm:spPr/>
      <dgm:t>
        <a:bodyPr/>
        <a:lstStyle/>
        <a:p>
          <a:r>
            <a:rPr lang="en-US" b="0" i="0" baseline="0"/>
            <a:t>There is a clear need for an </a:t>
          </a:r>
          <a:r>
            <a:rPr lang="en-US" b="1" i="0" baseline="0"/>
            <a:t>intelligent, scalable, and user-centric solution</a:t>
          </a:r>
          <a:r>
            <a:rPr lang="en-US" b="0" i="0" baseline="0"/>
            <a:t> </a:t>
          </a:r>
          <a:endParaRPr lang="en-US"/>
        </a:p>
      </dgm:t>
    </dgm:pt>
    <dgm:pt modelId="{A4EA4342-A080-4B18-B963-C10E48463BF5}" type="parTrans" cxnId="{FA768B56-EC4E-4BDA-B661-43649CFFC1A4}">
      <dgm:prSet/>
      <dgm:spPr/>
      <dgm:t>
        <a:bodyPr/>
        <a:lstStyle/>
        <a:p>
          <a:endParaRPr lang="en-US"/>
        </a:p>
      </dgm:t>
    </dgm:pt>
    <dgm:pt modelId="{FD5DEB85-7C61-4348-9203-3674CE9785CE}" type="sibTrans" cxnId="{FA768B56-EC4E-4BDA-B661-43649CFFC1A4}">
      <dgm:prSet/>
      <dgm:spPr/>
      <dgm:t>
        <a:bodyPr/>
        <a:lstStyle/>
        <a:p>
          <a:endParaRPr lang="en-US"/>
        </a:p>
      </dgm:t>
    </dgm:pt>
    <dgm:pt modelId="{362163D2-22BD-4BBA-85AC-AAA625680D8A}" type="pres">
      <dgm:prSet presAssocID="{5BF6E59C-98A0-439A-A165-3413127C2767}" presName="cycle" presStyleCnt="0">
        <dgm:presLayoutVars>
          <dgm:dir/>
          <dgm:resizeHandles val="exact"/>
        </dgm:presLayoutVars>
      </dgm:prSet>
      <dgm:spPr/>
    </dgm:pt>
    <dgm:pt modelId="{FA11E3BA-D54F-4240-B040-3FC4C896AA1C}" type="pres">
      <dgm:prSet presAssocID="{76EA0262-AE88-40F5-BF12-601CD0602A27}" presName="node" presStyleLbl="node1" presStyleIdx="0" presStyleCnt="5">
        <dgm:presLayoutVars>
          <dgm:bulletEnabled val="1"/>
        </dgm:presLayoutVars>
      </dgm:prSet>
      <dgm:spPr/>
    </dgm:pt>
    <dgm:pt modelId="{973B94BC-E3C9-4F3F-BD6F-9472E982A837}" type="pres">
      <dgm:prSet presAssocID="{1562B46A-4C45-4C2C-919E-62B553933CAC}" presName="sibTrans" presStyleLbl="sibTrans2D1" presStyleIdx="0" presStyleCnt="5"/>
      <dgm:spPr/>
    </dgm:pt>
    <dgm:pt modelId="{2F6AD240-3B5C-4A6F-8A39-BDE2F346006C}" type="pres">
      <dgm:prSet presAssocID="{1562B46A-4C45-4C2C-919E-62B553933CAC}" presName="connectorText" presStyleLbl="sibTrans2D1" presStyleIdx="0" presStyleCnt="5"/>
      <dgm:spPr/>
    </dgm:pt>
    <dgm:pt modelId="{05AC02D1-3EA8-4376-B100-A1CC2A7DE0D4}" type="pres">
      <dgm:prSet presAssocID="{2B13D6AC-8D54-4BA5-97DB-5CAD6C7E66A5}" presName="node" presStyleLbl="node1" presStyleIdx="1" presStyleCnt="5">
        <dgm:presLayoutVars>
          <dgm:bulletEnabled val="1"/>
        </dgm:presLayoutVars>
      </dgm:prSet>
      <dgm:spPr/>
    </dgm:pt>
    <dgm:pt modelId="{A6667124-55D5-429E-9F0C-9FDBEFA1EC2A}" type="pres">
      <dgm:prSet presAssocID="{D0D93741-2089-4D27-B520-8F40005B0D50}" presName="sibTrans" presStyleLbl="sibTrans2D1" presStyleIdx="1" presStyleCnt="5"/>
      <dgm:spPr/>
    </dgm:pt>
    <dgm:pt modelId="{831A1444-C1CB-4AE5-9994-BCD1A91AEC5B}" type="pres">
      <dgm:prSet presAssocID="{D0D93741-2089-4D27-B520-8F40005B0D50}" presName="connectorText" presStyleLbl="sibTrans2D1" presStyleIdx="1" presStyleCnt="5"/>
      <dgm:spPr/>
    </dgm:pt>
    <dgm:pt modelId="{752EF58D-0451-4249-BDE5-DC3359377138}" type="pres">
      <dgm:prSet presAssocID="{6935C2B5-4299-4A3B-BB82-4D93D6BC83B3}" presName="node" presStyleLbl="node1" presStyleIdx="2" presStyleCnt="5">
        <dgm:presLayoutVars>
          <dgm:bulletEnabled val="1"/>
        </dgm:presLayoutVars>
      </dgm:prSet>
      <dgm:spPr/>
    </dgm:pt>
    <dgm:pt modelId="{976AB09D-B0AC-49AC-9BD1-0761F4CBDB30}" type="pres">
      <dgm:prSet presAssocID="{82711580-3789-4887-8F69-C04E9C4C1C38}" presName="sibTrans" presStyleLbl="sibTrans2D1" presStyleIdx="2" presStyleCnt="5"/>
      <dgm:spPr/>
    </dgm:pt>
    <dgm:pt modelId="{B42F48A9-3265-4DC2-ACE9-528B1305F616}" type="pres">
      <dgm:prSet presAssocID="{82711580-3789-4887-8F69-C04E9C4C1C38}" presName="connectorText" presStyleLbl="sibTrans2D1" presStyleIdx="2" presStyleCnt="5"/>
      <dgm:spPr/>
    </dgm:pt>
    <dgm:pt modelId="{D721CF8A-94F8-4FFB-8D27-BE7FD119E4A8}" type="pres">
      <dgm:prSet presAssocID="{A2EDB946-9780-4A87-AA21-D47434415E36}" presName="node" presStyleLbl="node1" presStyleIdx="3" presStyleCnt="5">
        <dgm:presLayoutVars>
          <dgm:bulletEnabled val="1"/>
        </dgm:presLayoutVars>
      </dgm:prSet>
      <dgm:spPr/>
    </dgm:pt>
    <dgm:pt modelId="{D87ED5DF-900B-4E17-8605-EC11D31501DC}" type="pres">
      <dgm:prSet presAssocID="{98DEE031-D92B-44C8-883E-D23787EE4474}" presName="sibTrans" presStyleLbl="sibTrans2D1" presStyleIdx="3" presStyleCnt="5"/>
      <dgm:spPr/>
    </dgm:pt>
    <dgm:pt modelId="{33F669AA-972F-4309-9759-0332F0251588}" type="pres">
      <dgm:prSet presAssocID="{98DEE031-D92B-44C8-883E-D23787EE4474}" presName="connectorText" presStyleLbl="sibTrans2D1" presStyleIdx="3" presStyleCnt="5"/>
      <dgm:spPr/>
    </dgm:pt>
    <dgm:pt modelId="{B0148C79-CD9F-4202-A2F5-D68B85F05785}" type="pres">
      <dgm:prSet presAssocID="{9A7E1C4B-C2FC-4CEF-9B9B-F1E13C203F38}" presName="node" presStyleLbl="node1" presStyleIdx="4" presStyleCnt="5">
        <dgm:presLayoutVars>
          <dgm:bulletEnabled val="1"/>
        </dgm:presLayoutVars>
      </dgm:prSet>
      <dgm:spPr/>
    </dgm:pt>
    <dgm:pt modelId="{250DAC17-B021-4B29-BDA7-E45FD95BCE9B}" type="pres">
      <dgm:prSet presAssocID="{FD5DEB85-7C61-4348-9203-3674CE9785CE}" presName="sibTrans" presStyleLbl="sibTrans2D1" presStyleIdx="4" presStyleCnt="5"/>
      <dgm:spPr/>
    </dgm:pt>
    <dgm:pt modelId="{0C10141C-5868-42F5-BE11-384B870BF258}" type="pres">
      <dgm:prSet presAssocID="{FD5DEB85-7C61-4348-9203-3674CE9785CE}" presName="connectorText" presStyleLbl="sibTrans2D1" presStyleIdx="4" presStyleCnt="5"/>
      <dgm:spPr/>
    </dgm:pt>
  </dgm:ptLst>
  <dgm:cxnLst>
    <dgm:cxn modelId="{CCA1D606-7BE1-4DBB-8361-CA6EF2A1E8A0}" type="presOf" srcId="{98DEE031-D92B-44C8-883E-D23787EE4474}" destId="{D87ED5DF-900B-4E17-8605-EC11D31501DC}" srcOrd="0" destOrd="0" presId="urn:microsoft.com/office/officeart/2005/8/layout/cycle2"/>
    <dgm:cxn modelId="{5D623109-96BA-4054-BF24-EBA3ABC75DBD}" type="presOf" srcId="{FD5DEB85-7C61-4348-9203-3674CE9785CE}" destId="{250DAC17-B021-4B29-BDA7-E45FD95BCE9B}" srcOrd="0" destOrd="0" presId="urn:microsoft.com/office/officeart/2005/8/layout/cycle2"/>
    <dgm:cxn modelId="{199AD109-B73F-4EF1-8F9D-6F9D5B7F739B}" type="presOf" srcId="{76EA0262-AE88-40F5-BF12-601CD0602A27}" destId="{FA11E3BA-D54F-4240-B040-3FC4C896AA1C}" srcOrd="0" destOrd="0" presId="urn:microsoft.com/office/officeart/2005/8/layout/cycle2"/>
    <dgm:cxn modelId="{E6A84E0D-DF70-452F-ABA6-80CB951F468E}" type="presOf" srcId="{6935C2B5-4299-4A3B-BB82-4D93D6BC83B3}" destId="{752EF58D-0451-4249-BDE5-DC3359377138}" srcOrd="0" destOrd="0" presId="urn:microsoft.com/office/officeart/2005/8/layout/cycle2"/>
    <dgm:cxn modelId="{F8C1E813-15B1-4525-91B7-10E07F13447A}" type="presOf" srcId="{9A7E1C4B-C2FC-4CEF-9B9B-F1E13C203F38}" destId="{B0148C79-CD9F-4202-A2F5-D68B85F05785}" srcOrd="0" destOrd="0" presId="urn:microsoft.com/office/officeart/2005/8/layout/cycle2"/>
    <dgm:cxn modelId="{A0C53B52-FD28-4329-BA4B-6115847204F9}" type="presOf" srcId="{D0D93741-2089-4D27-B520-8F40005B0D50}" destId="{A6667124-55D5-429E-9F0C-9FDBEFA1EC2A}" srcOrd="0" destOrd="0" presId="urn:microsoft.com/office/officeart/2005/8/layout/cycle2"/>
    <dgm:cxn modelId="{BEE39454-EE3C-4E44-BBC8-ED104AF4A4D3}" type="presOf" srcId="{FD5DEB85-7C61-4348-9203-3674CE9785CE}" destId="{0C10141C-5868-42F5-BE11-384B870BF258}" srcOrd="1" destOrd="0" presId="urn:microsoft.com/office/officeart/2005/8/layout/cycle2"/>
    <dgm:cxn modelId="{FA768B56-EC4E-4BDA-B661-43649CFFC1A4}" srcId="{5BF6E59C-98A0-439A-A165-3413127C2767}" destId="{9A7E1C4B-C2FC-4CEF-9B9B-F1E13C203F38}" srcOrd="4" destOrd="0" parTransId="{A4EA4342-A080-4B18-B963-C10E48463BF5}" sibTransId="{FD5DEB85-7C61-4348-9203-3674CE9785CE}"/>
    <dgm:cxn modelId="{FE1D728A-214B-4B1D-9186-E45091FE758C}" type="presOf" srcId="{2B13D6AC-8D54-4BA5-97DB-5CAD6C7E66A5}" destId="{05AC02D1-3EA8-4376-B100-A1CC2A7DE0D4}" srcOrd="0" destOrd="0" presId="urn:microsoft.com/office/officeart/2005/8/layout/cycle2"/>
    <dgm:cxn modelId="{223A1191-6D8C-407D-A552-89FEBCC8723E}" type="presOf" srcId="{D0D93741-2089-4D27-B520-8F40005B0D50}" destId="{831A1444-C1CB-4AE5-9994-BCD1A91AEC5B}" srcOrd="1" destOrd="0" presId="urn:microsoft.com/office/officeart/2005/8/layout/cycle2"/>
    <dgm:cxn modelId="{9DAE9494-A005-4810-8F6C-CC74B71BCA17}" srcId="{5BF6E59C-98A0-439A-A165-3413127C2767}" destId="{76EA0262-AE88-40F5-BF12-601CD0602A27}" srcOrd="0" destOrd="0" parTransId="{66DA991C-3F25-46A7-B348-4F5EC8A76572}" sibTransId="{1562B46A-4C45-4C2C-919E-62B553933CAC}"/>
    <dgm:cxn modelId="{D8D91F9B-CCE9-462C-81B9-12FCFFF16547}" type="presOf" srcId="{1562B46A-4C45-4C2C-919E-62B553933CAC}" destId="{973B94BC-E3C9-4F3F-BD6F-9472E982A837}" srcOrd="0" destOrd="0" presId="urn:microsoft.com/office/officeart/2005/8/layout/cycle2"/>
    <dgm:cxn modelId="{0955F99B-8327-4C3B-B287-640008C83CA3}" srcId="{5BF6E59C-98A0-439A-A165-3413127C2767}" destId="{2B13D6AC-8D54-4BA5-97DB-5CAD6C7E66A5}" srcOrd="1" destOrd="0" parTransId="{026DD025-AE35-4A3C-91D0-9E3636D45354}" sibTransId="{D0D93741-2089-4D27-B520-8F40005B0D50}"/>
    <dgm:cxn modelId="{8690CC9D-26F6-44B5-A691-363B2FB1390C}" srcId="{5BF6E59C-98A0-439A-A165-3413127C2767}" destId="{A2EDB946-9780-4A87-AA21-D47434415E36}" srcOrd="3" destOrd="0" parTransId="{645A36DF-0AE1-44D5-9802-F654CDE4CF9D}" sibTransId="{98DEE031-D92B-44C8-883E-D23787EE4474}"/>
    <dgm:cxn modelId="{CB3D00B6-503D-44A7-9F12-4ADEA9191BC0}" srcId="{5BF6E59C-98A0-439A-A165-3413127C2767}" destId="{6935C2B5-4299-4A3B-BB82-4D93D6BC83B3}" srcOrd="2" destOrd="0" parTransId="{0E4DD498-B339-4A2C-B6F0-50DA3882C472}" sibTransId="{82711580-3789-4887-8F69-C04E9C4C1C38}"/>
    <dgm:cxn modelId="{BB3381C8-227B-4CCD-846A-FED7EB7F6ABB}" type="presOf" srcId="{A2EDB946-9780-4A87-AA21-D47434415E36}" destId="{D721CF8A-94F8-4FFB-8D27-BE7FD119E4A8}" srcOrd="0" destOrd="0" presId="urn:microsoft.com/office/officeart/2005/8/layout/cycle2"/>
    <dgm:cxn modelId="{C04E12CF-5CEE-4C28-98F4-0D38B8CF2B36}" type="presOf" srcId="{5BF6E59C-98A0-439A-A165-3413127C2767}" destId="{362163D2-22BD-4BBA-85AC-AAA625680D8A}" srcOrd="0" destOrd="0" presId="urn:microsoft.com/office/officeart/2005/8/layout/cycle2"/>
    <dgm:cxn modelId="{4A938EE2-566D-4087-9CAD-E9310D6548C7}" type="presOf" srcId="{98DEE031-D92B-44C8-883E-D23787EE4474}" destId="{33F669AA-972F-4309-9759-0332F0251588}" srcOrd="1" destOrd="0" presId="urn:microsoft.com/office/officeart/2005/8/layout/cycle2"/>
    <dgm:cxn modelId="{15910AF1-59A7-4C70-89B1-4697929C01A1}" type="presOf" srcId="{82711580-3789-4887-8F69-C04E9C4C1C38}" destId="{B42F48A9-3265-4DC2-ACE9-528B1305F616}" srcOrd="1" destOrd="0" presId="urn:microsoft.com/office/officeart/2005/8/layout/cycle2"/>
    <dgm:cxn modelId="{BC9DD6F8-9300-43AC-A8DC-D56D23A9F958}" type="presOf" srcId="{1562B46A-4C45-4C2C-919E-62B553933CAC}" destId="{2F6AD240-3B5C-4A6F-8A39-BDE2F346006C}" srcOrd="1" destOrd="0" presId="urn:microsoft.com/office/officeart/2005/8/layout/cycle2"/>
    <dgm:cxn modelId="{9F6C49FE-58FE-4A78-8C55-6F327958F169}" type="presOf" srcId="{82711580-3789-4887-8F69-C04E9C4C1C38}" destId="{976AB09D-B0AC-49AC-9BD1-0761F4CBDB30}" srcOrd="0" destOrd="0" presId="urn:microsoft.com/office/officeart/2005/8/layout/cycle2"/>
    <dgm:cxn modelId="{B85369B5-BA88-40E3-97DE-53CCBF3E2C3A}" type="presParOf" srcId="{362163D2-22BD-4BBA-85AC-AAA625680D8A}" destId="{FA11E3BA-D54F-4240-B040-3FC4C896AA1C}" srcOrd="0" destOrd="0" presId="urn:microsoft.com/office/officeart/2005/8/layout/cycle2"/>
    <dgm:cxn modelId="{F2A26105-6D0E-44D4-84A2-1983CB82C751}" type="presParOf" srcId="{362163D2-22BD-4BBA-85AC-AAA625680D8A}" destId="{973B94BC-E3C9-4F3F-BD6F-9472E982A837}" srcOrd="1" destOrd="0" presId="urn:microsoft.com/office/officeart/2005/8/layout/cycle2"/>
    <dgm:cxn modelId="{63961D2B-4407-47AA-A6E8-CC44C86D0BCD}" type="presParOf" srcId="{973B94BC-E3C9-4F3F-BD6F-9472E982A837}" destId="{2F6AD240-3B5C-4A6F-8A39-BDE2F346006C}" srcOrd="0" destOrd="0" presId="urn:microsoft.com/office/officeart/2005/8/layout/cycle2"/>
    <dgm:cxn modelId="{47D9FC31-25C4-4B5E-9E64-580B18DA47DB}" type="presParOf" srcId="{362163D2-22BD-4BBA-85AC-AAA625680D8A}" destId="{05AC02D1-3EA8-4376-B100-A1CC2A7DE0D4}" srcOrd="2" destOrd="0" presId="urn:microsoft.com/office/officeart/2005/8/layout/cycle2"/>
    <dgm:cxn modelId="{61BBC1F7-B49B-4638-86CC-E8339759620E}" type="presParOf" srcId="{362163D2-22BD-4BBA-85AC-AAA625680D8A}" destId="{A6667124-55D5-429E-9F0C-9FDBEFA1EC2A}" srcOrd="3" destOrd="0" presId="urn:microsoft.com/office/officeart/2005/8/layout/cycle2"/>
    <dgm:cxn modelId="{D8478CF3-34AD-4190-AF67-19F379A7A9EC}" type="presParOf" srcId="{A6667124-55D5-429E-9F0C-9FDBEFA1EC2A}" destId="{831A1444-C1CB-4AE5-9994-BCD1A91AEC5B}" srcOrd="0" destOrd="0" presId="urn:microsoft.com/office/officeart/2005/8/layout/cycle2"/>
    <dgm:cxn modelId="{8DBBDE78-F4F9-46FF-950E-08D7943EF3BF}" type="presParOf" srcId="{362163D2-22BD-4BBA-85AC-AAA625680D8A}" destId="{752EF58D-0451-4249-BDE5-DC3359377138}" srcOrd="4" destOrd="0" presId="urn:microsoft.com/office/officeart/2005/8/layout/cycle2"/>
    <dgm:cxn modelId="{763C0E59-4B80-4E71-85BD-2B2A70ABE922}" type="presParOf" srcId="{362163D2-22BD-4BBA-85AC-AAA625680D8A}" destId="{976AB09D-B0AC-49AC-9BD1-0761F4CBDB30}" srcOrd="5" destOrd="0" presId="urn:microsoft.com/office/officeart/2005/8/layout/cycle2"/>
    <dgm:cxn modelId="{747725FE-3203-4C80-89F4-35D522455072}" type="presParOf" srcId="{976AB09D-B0AC-49AC-9BD1-0761F4CBDB30}" destId="{B42F48A9-3265-4DC2-ACE9-528B1305F616}" srcOrd="0" destOrd="0" presId="urn:microsoft.com/office/officeart/2005/8/layout/cycle2"/>
    <dgm:cxn modelId="{459D63C1-F00E-4FBE-84FB-B985B7EE3002}" type="presParOf" srcId="{362163D2-22BD-4BBA-85AC-AAA625680D8A}" destId="{D721CF8A-94F8-4FFB-8D27-BE7FD119E4A8}" srcOrd="6" destOrd="0" presId="urn:microsoft.com/office/officeart/2005/8/layout/cycle2"/>
    <dgm:cxn modelId="{C4BC55A2-5138-48E1-B0B5-BBB3580358C9}" type="presParOf" srcId="{362163D2-22BD-4BBA-85AC-AAA625680D8A}" destId="{D87ED5DF-900B-4E17-8605-EC11D31501DC}" srcOrd="7" destOrd="0" presId="urn:microsoft.com/office/officeart/2005/8/layout/cycle2"/>
    <dgm:cxn modelId="{AC2DC4F1-9A30-413D-8E5A-9C07E03CC95A}" type="presParOf" srcId="{D87ED5DF-900B-4E17-8605-EC11D31501DC}" destId="{33F669AA-972F-4309-9759-0332F0251588}" srcOrd="0" destOrd="0" presId="urn:microsoft.com/office/officeart/2005/8/layout/cycle2"/>
    <dgm:cxn modelId="{F2A2F912-4BD1-4721-BCF7-EDE613D40497}" type="presParOf" srcId="{362163D2-22BD-4BBA-85AC-AAA625680D8A}" destId="{B0148C79-CD9F-4202-A2F5-D68B85F05785}" srcOrd="8" destOrd="0" presId="urn:microsoft.com/office/officeart/2005/8/layout/cycle2"/>
    <dgm:cxn modelId="{A8D933A6-A408-4EB9-933C-10C7843D2826}" type="presParOf" srcId="{362163D2-22BD-4BBA-85AC-AAA625680D8A}" destId="{250DAC17-B021-4B29-BDA7-E45FD95BCE9B}" srcOrd="9" destOrd="0" presId="urn:microsoft.com/office/officeart/2005/8/layout/cycle2"/>
    <dgm:cxn modelId="{139E6791-433C-4F3C-9F78-CF775835312F}" type="presParOf" srcId="{250DAC17-B021-4B29-BDA7-E45FD95BCE9B}" destId="{0C10141C-5868-42F5-BE11-384B870BF25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F058C5E-9E1C-4588-A417-CD4F324959C8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B03DF33-825D-4F19-A660-76F79226D061}">
      <dgm:prSet/>
      <dgm:spPr/>
      <dgm:t>
        <a:bodyPr/>
        <a:lstStyle/>
        <a:p>
          <a:pPr>
            <a:defRPr cap="all"/>
          </a:pPr>
          <a:r>
            <a:rPr lang="en-US" b="0" i="0" baseline="0"/>
            <a:t>User Input (Resume + Job Description) </a:t>
          </a:r>
          <a:endParaRPr lang="en-US"/>
        </a:p>
      </dgm:t>
    </dgm:pt>
    <dgm:pt modelId="{410C1D05-2972-4690-B109-D8893F9F0DBB}" type="parTrans" cxnId="{C6CD230C-B26D-4F2B-81B7-FD9FB5A7D647}">
      <dgm:prSet/>
      <dgm:spPr/>
      <dgm:t>
        <a:bodyPr/>
        <a:lstStyle/>
        <a:p>
          <a:endParaRPr lang="en-US"/>
        </a:p>
      </dgm:t>
    </dgm:pt>
    <dgm:pt modelId="{10D1DD55-5A5D-4AFD-967C-A7078105E4FA}" type="sibTrans" cxnId="{C6CD230C-B26D-4F2B-81B7-FD9FB5A7D647}">
      <dgm:prSet/>
      <dgm:spPr/>
      <dgm:t>
        <a:bodyPr/>
        <a:lstStyle/>
        <a:p>
          <a:endParaRPr lang="en-US"/>
        </a:p>
      </dgm:t>
    </dgm:pt>
    <dgm:pt modelId="{87C95BBF-1F64-4BB2-BE38-6CFEACE5B7E8}">
      <dgm:prSet/>
      <dgm:spPr/>
      <dgm:t>
        <a:bodyPr/>
        <a:lstStyle/>
        <a:p>
          <a:pPr>
            <a:defRPr cap="all"/>
          </a:pPr>
          <a:r>
            <a:rPr lang="en-US" b="0" i="0" baseline="0"/>
            <a:t>Text Extraction &amp; Preprocessing </a:t>
          </a:r>
          <a:endParaRPr lang="en-US"/>
        </a:p>
      </dgm:t>
    </dgm:pt>
    <dgm:pt modelId="{4EE3AC5C-4F3A-4CD7-9783-9AE247D17A95}" type="parTrans" cxnId="{F160DCF7-B2E6-45FB-8429-5C7FEB3F1401}">
      <dgm:prSet/>
      <dgm:spPr/>
      <dgm:t>
        <a:bodyPr/>
        <a:lstStyle/>
        <a:p>
          <a:endParaRPr lang="en-US"/>
        </a:p>
      </dgm:t>
    </dgm:pt>
    <dgm:pt modelId="{02A0A2E7-9736-4312-9953-EAA2BB0B45ED}" type="sibTrans" cxnId="{F160DCF7-B2E6-45FB-8429-5C7FEB3F1401}">
      <dgm:prSet/>
      <dgm:spPr/>
      <dgm:t>
        <a:bodyPr/>
        <a:lstStyle/>
        <a:p>
          <a:endParaRPr lang="en-US"/>
        </a:p>
      </dgm:t>
    </dgm:pt>
    <dgm:pt modelId="{7721A223-6C2E-4210-842A-CEE257A4C59A}">
      <dgm:prSet/>
      <dgm:spPr/>
      <dgm:t>
        <a:bodyPr/>
        <a:lstStyle/>
        <a:p>
          <a:pPr>
            <a:defRPr cap="all"/>
          </a:pPr>
          <a:r>
            <a:rPr lang="en-US" b="0" i="0" baseline="0"/>
            <a:t>NLP-based Feature Extraction </a:t>
          </a:r>
          <a:endParaRPr lang="en-US"/>
        </a:p>
      </dgm:t>
    </dgm:pt>
    <dgm:pt modelId="{AA983DC1-421E-4914-9D1A-6058004BA9D0}" type="parTrans" cxnId="{5871CC7A-9671-452F-AE21-C19A050E2B5D}">
      <dgm:prSet/>
      <dgm:spPr/>
      <dgm:t>
        <a:bodyPr/>
        <a:lstStyle/>
        <a:p>
          <a:endParaRPr lang="en-US"/>
        </a:p>
      </dgm:t>
    </dgm:pt>
    <dgm:pt modelId="{645B820E-0FDB-4F8F-9EC0-DB3CFE0D8002}" type="sibTrans" cxnId="{5871CC7A-9671-452F-AE21-C19A050E2B5D}">
      <dgm:prSet/>
      <dgm:spPr/>
      <dgm:t>
        <a:bodyPr/>
        <a:lstStyle/>
        <a:p>
          <a:endParaRPr lang="en-US"/>
        </a:p>
      </dgm:t>
    </dgm:pt>
    <dgm:pt modelId="{3B5DD8C1-E6BF-4853-AB1B-6EC4E0724390}">
      <dgm:prSet/>
      <dgm:spPr/>
      <dgm:t>
        <a:bodyPr/>
        <a:lstStyle/>
        <a:p>
          <a:pPr>
            <a:defRPr cap="all"/>
          </a:pPr>
          <a:r>
            <a:rPr lang="en-US" b="0" i="0" baseline="0"/>
            <a:t>Matching Engine (TF-IDF + Cosine Similarity) </a:t>
          </a:r>
          <a:endParaRPr lang="en-US"/>
        </a:p>
      </dgm:t>
    </dgm:pt>
    <dgm:pt modelId="{1D0E5824-DBCA-418F-9E9F-08E309AAC9D2}" type="parTrans" cxnId="{8D826AF6-66F6-468E-A83E-152F80877591}">
      <dgm:prSet/>
      <dgm:spPr/>
      <dgm:t>
        <a:bodyPr/>
        <a:lstStyle/>
        <a:p>
          <a:endParaRPr lang="en-US"/>
        </a:p>
      </dgm:t>
    </dgm:pt>
    <dgm:pt modelId="{67AA525C-3133-4274-9190-9ECAA43AD9D0}" type="sibTrans" cxnId="{8D826AF6-66F6-468E-A83E-152F80877591}">
      <dgm:prSet/>
      <dgm:spPr/>
      <dgm:t>
        <a:bodyPr/>
        <a:lstStyle/>
        <a:p>
          <a:endParaRPr lang="en-US"/>
        </a:p>
      </dgm:t>
    </dgm:pt>
    <dgm:pt modelId="{82F9B09F-D66C-4D73-B930-C0BD7EA4E6FE}">
      <dgm:prSet/>
      <dgm:spPr/>
      <dgm:t>
        <a:bodyPr/>
        <a:lstStyle/>
        <a:p>
          <a:pPr>
            <a:defRPr cap="all"/>
          </a:pPr>
          <a:r>
            <a:rPr lang="en-US" b="0" i="0" baseline="0"/>
            <a:t>Feedback Generation Module </a:t>
          </a:r>
          <a:endParaRPr lang="en-US"/>
        </a:p>
      </dgm:t>
    </dgm:pt>
    <dgm:pt modelId="{D5E05320-94B4-46D2-B66C-079032074AE8}" type="parTrans" cxnId="{8385EB98-10F0-4FFB-878E-64F40747DEBC}">
      <dgm:prSet/>
      <dgm:spPr/>
      <dgm:t>
        <a:bodyPr/>
        <a:lstStyle/>
        <a:p>
          <a:endParaRPr lang="en-US"/>
        </a:p>
      </dgm:t>
    </dgm:pt>
    <dgm:pt modelId="{3BC2689B-3D3B-4192-BA11-4F72F38C63AE}" type="sibTrans" cxnId="{8385EB98-10F0-4FFB-878E-64F40747DEBC}">
      <dgm:prSet/>
      <dgm:spPr/>
      <dgm:t>
        <a:bodyPr/>
        <a:lstStyle/>
        <a:p>
          <a:endParaRPr lang="en-US"/>
        </a:p>
      </dgm:t>
    </dgm:pt>
    <dgm:pt modelId="{EA6218C9-95A4-4C67-A07C-9771243CB043}">
      <dgm:prSet/>
      <dgm:spPr/>
      <dgm:t>
        <a:bodyPr/>
        <a:lstStyle/>
        <a:p>
          <a:pPr>
            <a:defRPr cap="all"/>
          </a:pPr>
          <a:r>
            <a:rPr lang="en-US" b="0" i="0" baseline="0"/>
            <a:t>Output (Score + Suggestions) </a:t>
          </a:r>
          <a:endParaRPr lang="en-US"/>
        </a:p>
      </dgm:t>
    </dgm:pt>
    <dgm:pt modelId="{B4059C96-0328-4E0C-A356-64A62AE1AFCA}" type="parTrans" cxnId="{C3661326-30DA-44E1-908F-D9FCB59A9A75}">
      <dgm:prSet/>
      <dgm:spPr/>
      <dgm:t>
        <a:bodyPr/>
        <a:lstStyle/>
        <a:p>
          <a:endParaRPr lang="en-US"/>
        </a:p>
      </dgm:t>
    </dgm:pt>
    <dgm:pt modelId="{C2FF92DC-77C3-4A01-9C4E-431D5908D0E9}" type="sibTrans" cxnId="{C3661326-30DA-44E1-908F-D9FCB59A9A75}">
      <dgm:prSet/>
      <dgm:spPr/>
      <dgm:t>
        <a:bodyPr/>
        <a:lstStyle/>
        <a:p>
          <a:endParaRPr lang="en-US"/>
        </a:p>
      </dgm:t>
    </dgm:pt>
    <dgm:pt modelId="{3F1697D2-DBE5-413E-A483-707B86D477FB}" type="pres">
      <dgm:prSet presAssocID="{CF058C5E-9E1C-4588-A417-CD4F324959C8}" presName="root" presStyleCnt="0">
        <dgm:presLayoutVars>
          <dgm:dir/>
          <dgm:resizeHandles val="exact"/>
        </dgm:presLayoutVars>
      </dgm:prSet>
      <dgm:spPr/>
    </dgm:pt>
    <dgm:pt modelId="{FF96C7F3-911F-4BD4-B276-4F9BACDF9E8A}" type="pres">
      <dgm:prSet presAssocID="{4B03DF33-825D-4F19-A660-76F79226D061}" presName="compNode" presStyleCnt="0"/>
      <dgm:spPr/>
    </dgm:pt>
    <dgm:pt modelId="{1BCC5118-6E8E-4CFB-8AB1-EF5B2E1F7735}" type="pres">
      <dgm:prSet presAssocID="{4B03DF33-825D-4F19-A660-76F79226D061}" presName="iconBgRect" presStyleLbl="bgShp" presStyleIdx="0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153B554E-A080-4F69-9F8D-EC5BE89167F2}" type="pres">
      <dgm:prSet presAssocID="{4B03DF33-825D-4F19-A660-76F79226D061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ypewriter"/>
        </a:ext>
      </dgm:extLst>
    </dgm:pt>
    <dgm:pt modelId="{9B794BBB-A015-4688-980C-78F3ABF14647}" type="pres">
      <dgm:prSet presAssocID="{4B03DF33-825D-4F19-A660-76F79226D061}" presName="spaceRect" presStyleCnt="0"/>
      <dgm:spPr/>
    </dgm:pt>
    <dgm:pt modelId="{7048BC2D-B0BB-412C-A088-B73C157E9694}" type="pres">
      <dgm:prSet presAssocID="{4B03DF33-825D-4F19-A660-76F79226D061}" presName="textRect" presStyleLbl="revTx" presStyleIdx="0" presStyleCnt="6">
        <dgm:presLayoutVars>
          <dgm:chMax val="1"/>
          <dgm:chPref val="1"/>
        </dgm:presLayoutVars>
      </dgm:prSet>
      <dgm:spPr/>
    </dgm:pt>
    <dgm:pt modelId="{EA0589FC-8DF1-46DB-A8A0-F277969A3101}" type="pres">
      <dgm:prSet presAssocID="{10D1DD55-5A5D-4AFD-967C-A7078105E4FA}" presName="sibTrans" presStyleCnt="0"/>
      <dgm:spPr/>
    </dgm:pt>
    <dgm:pt modelId="{CCEFCE98-2CD4-4E8A-819F-6DF7506E3560}" type="pres">
      <dgm:prSet presAssocID="{87C95BBF-1F64-4BB2-BE38-6CFEACE5B7E8}" presName="compNode" presStyleCnt="0"/>
      <dgm:spPr/>
    </dgm:pt>
    <dgm:pt modelId="{C61B491E-74BC-4F16-8204-BD0B3BFB94A4}" type="pres">
      <dgm:prSet presAssocID="{87C95BBF-1F64-4BB2-BE38-6CFEACE5B7E8}" presName="iconBgRect" presStyleLbl="bgShp" presStyleIdx="1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88D9E99B-60D4-4D55-BD7C-B45FC89AFB0B}" type="pres">
      <dgm:prSet presAssocID="{87C95BBF-1F64-4BB2-BE38-6CFEACE5B7E8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E841B06D-D23B-4969-9EAE-C19F11A2914C}" type="pres">
      <dgm:prSet presAssocID="{87C95BBF-1F64-4BB2-BE38-6CFEACE5B7E8}" presName="spaceRect" presStyleCnt="0"/>
      <dgm:spPr/>
    </dgm:pt>
    <dgm:pt modelId="{4311071F-D23E-4CC1-AC52-5E6A305FB558}" type="pres">
      <dgm:prSet presAssocID="{87C95BBF-1F64-4BB2-BE38-6CFEACE5B7E8}" presName="textRect" presStyleLbl="revTx" presStyleIdx="1" presStyleCnt="6">
        <dgm:presLayoutVars>
          <dgm:chMax val="1"/>
          <dgm:chPref val="1"/>
        </dgm:presLayoutVars>
      </dgm:prSet>
      <dgm:spPr/>
    </dgm:pt>
    <dgm:pt modelId="{70B4F8E3-7449-4596-ACAD-A9AC137DCB8E}" type="pres">
      <dgm:prSet presAssocID="{02A0A2E7-9736-4312-9953-EAA2BB0B45ED}" presName="sibTrans" presStyleCnt="0"/>
      <dgm:spPr/>
    </dgm:pt>
    <dgm:pt modelId="{A30FE6A0-E3B9-41B4-A163-4DEA73BEA319}" type="pres">
      <dgm:prSet presAssocID="{7721A223-6C2E-4210-842A-CEE257A4C59A}" presName="compNode" presStyleCnt="0"/>
      <dgm:spPr/>
    </dgm:pt>
    <dgm:pt modelId="{17E000D6-2CE3-41E0-97D0-5DA137CA78E1}" type="pres">
      <dgm:prSet presAssocID="{7721A223-6C2E-4210-842A-CEE257A4C59A}" presName="iconBgRect" presStyleLbl="bgShp" presStyleIdx="2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15523B9B-F6A5-4AC3-8E97-F5117FBF9FD3}" type="pres">
      <dgm:prSet presAssocID="{7721A223-6C2E-4210-842A-CEE257A4C59A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2DEEC30-C2B2-467B-AFFF-F975E54B4E68}" type="pres">
      <dgm:prSet presAssocID="{7721A223-6C2E-4210-842A-CEE257A4C59A}" presName="spaceRect" presStyleCnt="0"/>
      <dgm:spPr/>
    </dgm:pt>
    <dgm:pt modelId="{491013A1-70D4-4E84-AF18-895820CE9CFC}" type="pres">
      <dgm:prSet presAssocID="{7721A223-6C2E-4210-842A-CEE257A4C59A}" presName="textRect" presStyleLbl="revTx" presStyleIdx="2" presStyleCnt="6">
        <dgm:presLayoutVars>
          <dgm:chMax val="1"/>
          <dgm:chPref val="1"/>
        </dgm:presLayoutVars>
      </dgm:prSet>
      <dgm:spPr/>
    </dgm:pt>
    <dgm:pt modelId="{1A221B33-1BA7-4C13-89AE-F4DF57D3DEA8}" type="pres">
      <dgm:prSet presAssocID="{645B820E-0FDB-4F8F-9EC0-DB3CFE0D8002}" presName="sibTrans" presStyleCnt="0"/>
      <dgm:spPr/>
    </dgm:pt>
    <dgm:pt modelId="{8688F6D4-13E9-48B1-8469-7B4F5A31B047}" type="pres">
      <dgm:prSet presAssocID="{3B5DD8C1-E6BF-4853-AB1B-6EC4E0724390}" presName="compNode" presStyleCnt="0"/>
      <dgm:spPr/>
    </dgm:pt>
    <dgm:pt modelId="{67D60850-D7A6-4A1A-B8B7-9BD6DE184AEC}" type="pres">
      <dgm:prSet presAssocID="{3B5DD8C1-E6BF-4853-AB1B-6EC4E0724390}" presName="iconBgRect" presStyleLbl="bgShp" presStyleIdx="3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E0FF45B1-3046-4BAE-8CBB-5CD7C4A58E80}" type="pres">
      <dgm:prSet presAssocID="{3B5DD8C1-E6BF-4853-AB1B-6EC4E0724390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E464BEA5-02EC-4D57-9C51-F334F855A963}" type="pres">
      <dgm:prSet presAssocID="{3B5DD8C1-E6BF-4853-AB1B-6EC4E0724390}" presName="spaceRect" presStyleCnt="0"/>
      <dgm:spPr/>
    </dgm:pt>
    <dgm:pt modelId="{7A94D950-07A5-4D38-BBF3-3772825E20A3}" type="pres">
      <dgm:prSet presAssocID="{3B5DD8C1-E6BF-4853-AB1B-6EC4E0724390}" presName="textRect" presStyleLbl="revTx" presStyleIdx="3" presStyleCnt="6">
        <dgm:presLayoutVars>
          <dgm:chMax val="1"/>
          <dgm:chPref val="1"/>
        </dgm:presLayoutVars>
      </dgm:prSet>
      <dgm:spPr/>
    </dgm:pt>
    <dgm:pt modelId="{D87337C2-2431-46A1-9AD0-F9F5EDBC26F9}" type="pres">
      <dgm:prSet presAssocID="{67AA525C-3133-4274-9190-9ECAA43AD9D0}" presName="sibTrans" presStyleCnt="0"/>
      <dgm:spPr/>
    </dgm:pt>
    <dgm:pt modelId="{114E720A-008D-4D8F-81FD-5C7121D79F76}" type="pres">
      <dgm:prSet presAssocID="{82F9B09F-D66C-4D73-B930-C0BD7EA4E6FE}" presName="compNode" presStyleCnt="0"/>
      <dgm:spPr/>
    </dgm:pt>
    <dgm:pt modelId="{9A463212-61EB-4D05-A3AE-2ED3677FE983}" type="pres">
      <dgm:prSet presAssocID="{82F9B09F-D66C-4D73-B930-C0BD7EA4E6FE}" presName="iconBgRect" presStyleLbl="bgShp" presStyleIdx="4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FD690535-109C-4687-A56A-CAC6BBFAF94F}" type="pres">
      <dgm:prSet presAssocID="{82F9B09F-D66C-4D73-B930-C0BD7EA4E6FE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59457525-49BC-4D25-903F-3B0FD937DC0A}" type="pres">
      <dgm:prSet presAssocID="{82F9B09F-D66C-4D73-B930-C0BD7EA4E6FE}" presName="spaceRect" presStyleCnt="0"/>
      <dgm:spPr/>
    </dgm:pt>
    <dgm:pt modelId="{82B5CA3E-BC30-427D-81B0-6F1131440768}" type="pres">
      <dgm:prSet presAssocID="{82F9B09F-D66C-4D73-B930-C0BD7EA4E6FE}" presName="textRect" presStyleLbl="revTx" presStyleIdx="4" presStyleCnt="6">
        <dgm:presLayoutVars>
          <dgm:chMax val="1"/>
          <dgm:chPref val="1"/>
        </dgm:presLayoutVars>
      </dgm:prSet>
      <dgm:spPr/>
    </dgm:pt>
    <dgm:pt modelId="{E1E975A1-7FDB-4C78-B13C-20CFEDD4B392}" type="pres">
      <dgm:prSet presAssocID="{3BC2689B-3D3B-4192-BA11-4F72F38C63AE}" presName="sibTrans" presStyleCnt="0"/>
      <dgm:spPr/>
    </dgm:pt>
    <dgm:pt modelId="{A8415FBD-57E6-4AE5-8287-67BF3EAAC961}" type="pres">
      <dgm:prSet presAssocID="{EA6218C9-95A4-4C67-A07C-9771243CB043}" presName="compNode" presStyleCnt="0"/>
      <dgm:spPr/>
    </dgm:pt>
    <dgm:pt modelId="{0EED99EE-DD48-42EA-9E0B-9C803073BFC7}" type="pres">
      <dgm:prSet presAssocID="{EA6218C9-95A4-4C67-A07C-9771243CB043}" presName="iconBgRect" presStyleLbl="bgShp" presStyleIdx="5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E45D8C87-F81B-49A3-97E4-4E4DB40532C9}" type="pres">
      <dgm:prSet presAssocID="{EA6218C9-95A4-4C67-A07C-9771243CB043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FC88ED4-36F7-4B3F-848D-C54C9FDDB2A8}" type="pres">
      <dgm:prSet presAssocID="{EA6218C9-95A4-4C67-A07C-9771243CB043}" presName="spaceRect" presStyleCnt="0"/>
      <dgm:spPr/>
    </dgm:pt>
    <dgm:pt modelId="{81C481EA-DE16-403F-8B48-506D5BAEE9E4}" type="pres">
      <dgm:prSet presAssocID="{EA6218C9-95A4-4C67-A07C-9771243CB043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C6CD230C-B26D-4F2B-81B7-FD9FB5A7D647}" srcId="{CF058C5E-9E1C-4588-A417-CD4F324959C8}" destId="{4B03DF33-825D-4F19-A660-76F79226D061}" srcOrd="0" destOrd="0" parTransId="{410C1D05-2972-4690-B109-D8893F9F0DBB}" sibTransId="{10D1DD55-5A5D-4AFD-967C-A7078105E4FA}"/>
    <dgm:cxn modelId="{C3661326-30DA-44E1-908F-D9FCB59A9A75}" srcId="{CF058C5E-9E1C-4588-A417-CD4F324959C8}" destId="{EA6218C9-95A4-4C67-A07C-9771243CB043}" srcOrd="5" destOrd="0" parTransId="{B4059C96-0328-4E0C-A356-64A62AE1AFCA}" sibTransId="{C2FF92DC-77C3-4A01-9C4E-431D5908D0E9}"/>
    <dgm:cxn modelId="{7861433D-15B0-4B98-AE2E-2C3E8A1BFF27}" type="presOf" srcId="{3B5DD8C1-E6BF-4853-AB1B-6EC4E0724390}" destId="{7A94D950-07A5-4D38-BBF3-3772825E20A3}" srcOrd="0" destOrd="0" presId="urn:microsoft.com/office/officeart/2018/5/layout/IconLeafLabelList"/>
    <dgm:cxn modelId="{C70E055F-9AD5-45F5-A21A-273A07FAE1A3}" type="presOf" srcId="{87C95BBF-1F64-4BB2-BE38-6CFEACE5B7E8}" destId="{4311071F-D23E-4CC1-AC52-5E6A305FB558}" srcOrd="0" destOrd="0" presId="urn:microsoft.com/office/officeart/2018/5/layout/IconLeafLabelList"/>
    <dgm:cxn modelId="{7346B759-768A-4B8B-AA3B-B11337F5BBA2}" type="presOf" srcId="{4B03DF33-825D-4F19-A660-76F79226D061}" destId="{7048BC2D-B0BB-412C-A088-B73C157E9694}" srcOrd="0" destOrd="0" presId="urn:microsoft.com/office/officeart/2018/5/layout/IconLeafLabelList"/>
    <dgm:cxn modelId="{5871CC7A-9671-452F-AE21-C19A050E2B5D}" srcId="{CF058C5E-9E1C-4588-A417-CD4F324959C8}" destId="{7721A223-6C2E-4210-842A-CEE257A4C59A}" srcOrd="2" destOrd="0" parTransId="{AA983DC1-421E-4914-9D1A-6058004BA9D0}" sibTransId="{645B820E-0FDB-4F8F-9EC0-DB3CFE0D8002}"/>
    <dgm:cxn modelId="{B50DE05A-3922-49B9-AA44-229DC7E31F64}" type="presOf" srcId="{7721A223-6C2E-4210-842A-CEE257A4C59A}" destId="{491013A1-70D4-4E84-AF18-895820CE9CFC}" srcOrd="0" destOrd="0" presId="urn:microsoft.com/office/officeart/2018/5/layout/IconLeafLabelList"/>
    <dgm:cxn modelId="{EE07D893-3E61-4405-AFBA-4D970F56C47A}" type="presOf" srcId="{82F9B09F-D66C-4D73-B930-C0BD7EA4E6FE}" destId="{82B5CA3E-BC30-427D-81B0-6F1131440768}" srcOrd="0" destOrd="0" presId="urn:microsoft.com/office/officeart/2018/5/layout/IconLeafLabelList"/>
    <dgm:cxn modelId="{8385EB98-10F0-4FFB-878E-64F40747DEBC}" srcId="{CF058C5E-9E1C-4588-A417-CD4F324959C8}" destId="{82F9B09F-D66C-4D73-B930-C0BD7EA4E6FE}" srcOrd="4" destOrd="0" parTransId="{D5E05320-94B4-46D2-B66C-079032074AE8}" sibTransId="{3BC2689B-3D3B-4192-BA11-4F72F38C63AE}"/>
    <dgm:cxn modelId="{62E93C9E-38AC-4D42-9860-107923CFC63F}" type="presOf" srcId="{CF058C5E-9E1C-4588-A417-CD4F324959C8}" destId="{3F1697D2-DBE5-413E-A483-707B86D477FB}" srcOrd="0" destOrd="0" presId="urn:microsoft.com/office/officeart/2018/5/layout/IconLeafLabelList"/>
    <dgm:cxn modelId="{828760DE-83E3-48DE-880D-3E7E0FF44AB7}" type="presOf" srcId="{EA6218C9-95A4-4C67-A07C-9771243CB043}" destId="{81C481EA-DE16-403F-8B48-506D5BAEE9E4}" srcOrd="0" destOrd="0" presId="urn:microsoft.com/office/officeart/2018/5/layout/IconLeafLabelList"/>
    <dgm:cxn modelId="{8D826AF6-66F6-468E-A83E-152F80877591}" srcId="{CF058C5E-9E1C-4588-A417-CD4F324959C8}" destId="{3B5DD8C1-E6BF-4853-AB1B-6EC4E0724390}" srcOrd="3" destOrd="0" parTransId="{1D0E5824-DBCA-418F-9E9F-08E309AAC9D2}" sibTransId="{67AA525C-3133-4274-9190-9ECAA43AD9D0}"/>
    <dgm:cxn modelId="{F160DCF7-B2E6-45FB-8429-5C7FEB3F1401}" srcId="{CF058C5E-9E1C-4588-A417-CD4F324959C8}" destId="{87C95BBF-1F64-4BB2-BE38-6CFEACE5B7E8}" srcOrd="1" destOrd="0" parTransId="{4EE3AC5C-4F3A-4CD7-9783-9AE247D17A95}" sibTransId="{02A0A2E7-9736-4312-9953-EAA2BB0B45ED}"/>
    <dgm:cxn modelId="{D7537C6B-39F7-4A52-97F6-32E1AAFEDEB4}" type="presParOf" srcId="{3F1697D2-DBE5-413E-A483-707B86D477FB}" destId="{FF96C7F3-911F-4BD4-B276-4F9BACDF9E8A}" srcOrd="0" destOrd="0" presId="urn:microsoft.com/office/officeart/2018/5/layout/IconLeafLabelList"/>
    <dgm:cxn modelId="{3D6E8B7D-98B0-4376-BB1D-97B20317242C}" type="presParOf" srcId="{FF96C7F3-911F-4BD4-B276-4F9BACDF9E8A}" destId="{1BCC5118-6E8E-4CFB-8AB1-EF5B2E1F7735}" srcOrd="0" destOrd="0" presId="urn:microsoft.com/office/officeart/2018/5/layout/IconLeafLabelList"/>
    <dgm:cxn modelId="{F2B81D90-0DA4-4076-A1C3-C6B22293EC17}" type="presParOf" srcId="{FF96C7F3-911F-4BD4-B276-4F9BACDF9E8A}" destId="{153B554E-A080-4F69-9F8D-EC5BE89167F2}" srcOrd="1" destOrd="0" presId="urn:microsoft.com/office/officeart/2018/5/layout/IconLeafLabelList"/>
    <dgm:cxn modelId="{B31EDE75-9ADE-42FD-A1CA-47447B67B250}" type="presParOf" srcId="{FF96C7F3-911F-4BD4-B276-4F9BACDF9E8A}" destId="{9B794BBB-A015-4688-980C-78F3ABF14647}" srcOrd="2" destOrd="0" presId="urn:microsoft.com/office/officeart/2018/5/layout/IconLeafLabelList"/>
    <dgm:cxn modelId="{C090E196-132D-49A3-9AE5-AFFDEB683571}" type="presParOf" srcId="{FF96C7F3-911F-4BD4-B276-4F9BACDF9E8A}" destId="{7048BC2D-B0BB-412C-A088-B73C157E9694}" srcOrd="3" destOrd="0" presId="urn:microsoft.com/office/officeart/2018/5/layout/IconLeafLabelList"/>
    <dgm:cxn modelId="{51BA2AD2-89BF-48F2-B1A6-1DD955D56D0F}" type="presParOf" srcId="{3F1697D2-DBE5-413E-A483-707B86D477FB}" destId="{EA0589FC-8DF1-46DB-A8A0-F277969A3101}" srcOrd="1" destOrd="0" presId="urn:microsoft.com/office/officeart/2018/5/layout/IconLeafLabelList"/>
    <dgm:cxn modelId="{7FBA05FB-775E-4475-A359-62CA21A468B3}" type="presParOf" srcId="{3F1697D2-DBE5-413E-A483-707B86D477FB}" destId="{CCEFCE98-2CD4-4E8A-819F-6DF7506E3560}" srcOrd="2" destOrd="0" presId="urn:microsoft.com/office/officeart/2018/5/layout/IconLeafLabelList"/>
    <dgm:cxn modelId="{95A7FDF3-6D63-463E-A995-A636B0CB526A}" type="presParOf" srcId="{CCEFCE98-2CD4-4E8A-819F-6DF7506E3560}" destId="{C61B491E-74BC-4F16-8204-BD0B3BFB94A4}" srcOrd="0" destOrd="0" presId="urn:microsoft.com/office/officeart/2018/5/layout/IconLeafLabelList"/>
    <dgm:cxn modelId="{A34E4432-F673-4F3A-85A5-B0C65BE4A0AF}" type="presParOf" srcId="{CCEFCE98-2CD4-4E8A-819F-6DF7506E3560}" destId="{88D9E99B-60D4-4D55-BD7C-B45FC89AFB0B}" srcOrd="1" destOrd="0" presId="urn:microsoft.com/office/officeart/2018/5/layout/IconLeafLabelList"/>
    <dgm:cxn modelId="{64DC35C8-F9E1-4978-AEED-5FA534B37FFA}" type="presParOf" srcId="{CCEFCE98-2CD4-4E8A-819F-6DF7506E3560}" destId="{E841B06D-D23B-4969-9EAE-C19F11A2914C}" srcOrd="2" destOrd="0" presId="urn:microsoft.com/office/officeart/2018/5/layout/IconLeafLabelList"/>
    <dgm:cxn modelId="{77B7FC1F-86E2-49E7-8E14-2DD950F594EE}" type="presParOf" srcId="{CCEFCE98-2CD4-4E8A-819F-6DF7506E3560}" destId="{4311071F-D23E-4CC1-AC52-5E6A305FB558}" srcOrd="3" destOrd="0" presId="urn:microsoft.com/office/officeart/2018/5/layout/IconLeafLabelList"/>
    <dgm:cxn modelId="{66445BB5-4E4F-4903-8F41-C854AD1752DC}" type="presParOf" srcId="{3F1697D2-DBE5-413E-A483-707B86D477FB}" destId="{70B4F8E3-7449-4596-ACAD-A9AC137DCB8E}" srcOrd="3" destOrd="0" presId="urn:microsoft.com/office/officeart/2018/5/layout/IconLeafLabelList"/>
    <dgm:cxn modelId="{1982B226-CF61-4665-9EFA-176AD6A9E090}" type="presParOf" srcId="{3F1697D2-DBE5-413E-A483-707B86D477FB}" destId="{A30FE6A0-E3B9-41B4-A163-4DEA73BEA319}" srcOrd="4" destOrd="0" presId="urn:microsoft.com/office/officeart/2018/5/layout/IconLeafLabelList"/>
    <dgm:cxn modelId="{38044D58-3956-40BB-9F52-277A7E2AF5F6}" type="presParOf" srcId="{A30FE6A0-E3B9-41B4-A163-4DEA73BEA319}" destId="{17E000D6-2CE3-41E0-97D0-5DA137CA78E1}" srcOrd="0" destOrd="0" presId="urn:microsoft.com/office/officeart/2018/5/layout/IconLeafLabelList"/>
    <dgm:cxn modelId="{59C91CBC-08EE-4FD5-8CCA-056F723ADA83}" type="presParOf" srcId="{A30FE6A0-E3B9-41B4-A163-4DEA73BEA319}" destId="{15523B9B-F6A5-4AC3-8E97-F5117FBF9FD3}" srcOrd="1" destOrd="0" presId="urn:microsoft.com/office/officeart/2018/5/layout/IconLeafLabelList"/>
    <dgm:cxn modelId="{25325708-F297-4598-978B-E29EC67C57E6}" type="presParOf" srcId="{A30FE6A0-E3B9-41B4-A163-4DEA73BEA319}" destId="{E2DEEC30-C2B2-467B-AFFF-F975E54B4E68}" srcOrd="2" destOrd="0" presId="urn:microsoft.com/office/officeart/2018/5/layout/IconLeafLabelList"/>
    <dgm:cxn modelId="{14BF1B33-C050-4E9F-87BF-022865C20C15}" type="presParOf" srcId="{A30FE6A0-E3B9-41B4-A163-4DEA73BEA319}" destId="{491013A1-70D4-4E84-AF18-895820CE9CFC}" srcOrd="3" destOrd="0" presId="urn:microsoft.com/office/officeart/2018/5/layout/IconLeafLabelList"/>
    <dgm:cxn modelId="{68F73737-3E4A-482C-A255-92E18E6907EB}" type="presParOf" srcId="{3F1697D2-DBE5-413E-A483-707B86D477FB}" destId="{1A221B33-1BA7-4C13-89AE-F4DF57D3DEA8}" srcOrd="5" destOrd="0" presId="urn:microsoft.com/office/officeart/2018/5/layout/IconLeafLabelList"/>
    <dgm:cxn modelId="{CDB0AEB0-7753-4A98-8D77-B7A43E86DE8D}" type="presParOf" srcId="{3F1697D2-DBE5-413E-A483-707B86D477FB}" destId="{8688F6D4-13E9-48B1-8469-7B4F5A31B047}" srcOrd="6" destOrd="0" presId="urn:microsoft.com/office/officeart/2018/5/layout/IconLeafLabelList"/>
    <dgm:cxn modelId="{03C0E9D4-36C8-4ED6-85EF-88D27BDD249C}" type="presParOf" srcId="{8688F6D4-13E9-48B1-8469-7B4F5A31B047}" destId="{67D60850-D7A6-4A1A-B8B7-9BD6DE184AEC}" srcOrd="0" destOrd="0" presId="urn:microsoft.com/office/officeart/2018/5/layout/IconLeafLabelList"/>
    <dgm:cxn modelId="{00CB8AEC-B3EE-4AFA-8D17-0C1895F9BC8D}" type="presParOf" srcId="{8688F6D4-13E9-48B1-8469-7B4F5A31B047}" destId="{E0FF45B1-3046-4BAE-8CBB-5CD7C4A58E80}" srcOrd="1" destOrd="0" presId="urn:microsoft.com/office/officeart/2018/5/layout/IconLeafLabelList"/>
    <dgm:cxn modelId="{BBFDFCB9-D405-4263-A3FF-549195514112}" type="presParOf" srcId="{8688F6D4-13E9-48B1-8469-7B4F5A31B047}" destId="{E464BEA5-02EC-4D57-9C51-F334F855A963}" srcOrd="2" destOrd="0" presId="urn:microsoft.com/office/officeart/2018/5/layout/IconLeafLabelList"/>
    <dgm:cxn modelId="{2C284790-9CF6-46AD-AE0B-FFB10FC30725}" type="presParOf" srcId="{8688F6D4-13E9-48B1-8469-7B4F5A31B047}" destId="{7A94D950-07A5-4D38-BBF3-3772825E20A3}" srcOrd="3" destOrd="0" presId="urn:microsoft.com/office/officeart/2018/5/layout/IconLeafLabelList"/>
    <dgm:cxn modelId="{4860F855-DA85-4E67-8021-5BAE84D8B309}" type="presParOf" srcId="{3F1697D2-DBE5-413E-A483-707B86D477FB}" destId="{D87337C2-2431-46A1-9AD0-F9F5EDBC26F9}" srcOrd="7" destOrd="0" presId="urn:microsoft.com/office/officeart/2018/5/layout/IconLeafLabelList"/>
    <dgm:cxn modelId="{DCB972A1-CEA0-4C2F-8812-38FC41C58A08}" type="presParOf" srcId="{3F1697D2-DBE5-413E-A483-707B86D477FB}" destId="{114E720A-008D-4D8F-81FD-5C7121D79F76}" srcOrd="8" destOrd="0" presId="urn:microsoft.com/office/officeart/2018/5/layout/IconLeafLabelList"/>
    <dgm:cxn modelId="{E4CB22CA-B13E-405E-A6F0-42D462BF7CEF}" type="presParOf" srcId="{114E720A-008D-4D8F-81FD-5C7121D79F76}" destId="{9A463212-61EB-4D05-A3AE-2ED3677FE983}" srcOrd="0" destOrd="0" presId="urn:microsoft.com/office/officeart/2018/5/layout/IconLeafLabelList"/>
    <dgm:cxn modelId="{7D70A794-BE41-490B-9981-80B100676B5F}" type="presParOf" srcId="{114E720A-008D-4D8F-81FD-5C7121D79F76}" destId="{FD690535-109C-4687-A56A-CAC6BBFAF94F}" srcOrd="1" destOrd="0" presId="urn:microsoft.com/office/officeart/2018/5/layout/IconLeafLabelList"/>
    <dgm:cxn modelId="{CA716A9D-D534-433F-8691-A653B8F28E7C}" type="presParOf" srcId="{114E720A-008D-4D8F-81FD-5C7121D79F76}" destId="{59457525-49BC-4D25-903F-3B0FD937DC0A}" srcOrd="2" destOrd="0" presId="urn:microsoft.com/office/officeart/2018/5/layout/IconLeafLabelList"/>
    <dgm:cxn modelId="{E2C35BA0-1ABC-41F0-883D-BBECB33F4650}" type="presParOf" srcId="{114E720A-008D-4D8F-81FD-5C7121D79F76}" destId="{82B5CA3E-BC30-427D-81B0-6F1131440768}" srcOrd="3" destOrd="0" presId="urn:microsoft.com/office/officeart/2018/5/layout/IconLeafLabelList"/>
    <dgm:cxn modelId="{8E3FA5C9-4C7B-46A9-9248-EF22A0205022}" type="presParOf" srcId="{3F1697D2-DBE5-413E-A483-707B86D477FB}" destId="{E1E975A1-7FDB-4C78-B13C-20CFEDD4B392}" srcOrd="9" destOrd="0" presId="urn:microsoft.com/office/officeart/2018/5/layout/IconLeafLabelList"/>
    <dgm:cxn modelId="{9A902D88-BA26-489E-A621-49FEC5DA4147}" type="presParOf" srcId="{3F1697D2-DBE5-413E-A483-707B86D477FB}" destId="{A8415FBD-57E6-4AE5-8287-67BF3EAAC961}" srcOrd="10" destOrd="0" presId="urn:microsoft.com/office/officeart/2018/5/layout/IconLeafLabelList"/>
    <dgm:cxn modelId="{CF2A1FA1-9A6F-4EC6-8592-6029DDC334E2}" type="presParOf" srcId="{A8415FBD-57E6-4AE5-8287-67BF3EAAC961}" destId="{0EED99EE-DD48-42EA-9E0B-9C803073BFC7}" srcOrd="0" destOrd="0" presId="urn:microsoft.com/office/officeart/2018/5/layout/IconLeafLabelList"/>
    <dgm:cxn modelId="{78271949-DB9B-4A5D-8EE8-F7CD0B96EF35}" type="presParOf" srcId="{A8415FBD-57E6-4AE5-8287-67BF3EAAC961}" destId="{E45D8C87-F81B-49A3-97E4-4E4DB40532C9}" srcOrd="1" destOrd="0" presId="urn:microsoft.com/office/officeart/2018/5/layout/IconLeafLabelList"/>
    <dgm:cxn modelId="{BF85D672-1349-412B-9B69-D2A8A003560F}" type="presParOf" srcId="{A8415FBD-57E6-4AE5-8287-67BF3EAAC961}" destId="{8FC88ED4-36F7-4B3F-848D-C54C9FDDB2A8}" srcOrd="2" destOrd="0" presId="urn:microsoft.com/office/officeart/2018/5/layout/IconLeafLabelList"/>
    <dgm:cxn modelId="{6CC2166F-0F1F-4AE0-8AB9-22D7C806EDA5}" type="presParOf" srcId="{A8415FBD-57E6-4AE5-8287-67BF3EAAC961}" destId="{81C481EA-DE16-403F-8B48-506D5BAEE9E4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383E88-DCD8-48F4-9163-64F7878455B5}">
      <dsp:nvSpPr>
        <dsp:cNvPr id="0" name=""/>
        <dsp:cNvSpPr/>
      </dsp:nvSpPr>
      <dsp:spPr>
        <a:xfrm>
          <a:off x="687824" y="38670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95AF0C-07E1-4497-8C4C-97813C0749B4}">
      <dsp:nvSpPr>
        <dsp:cNvPr id="0" name=""/>
        <dsp:cNvSpPr/>
      </dsp:nvSpPr>
      <dsp:spPr>
        <a:xfrm>
          <a:off x="192824" y="1538274"/>
          <a:ext cx="1800000" cy="1083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Modern recruitment involves handling </a:t>
          </a:r>
          <a:r>
            <a:rPr lang="en-US" sz="1400" b="1" kern="1200" dirty="0"/>
            <a:t>dynamic and high-volume resume data</a:t>
          </a:r>
          <a:r>
            <a:rPr lang="en-US" sz="1400" kern="1200" dirty="0"/>
            <a:t> </a:t>
          </a:r>
        </a:p>
      </dsp:txBody>
      <dsp:txXfrm>
        <a:off x="192824" y="1538274"/>
        <a:ext cx="1800000" cy="1083164"/>
      </dsp:txXfrm>
    </dsp:sp>
    <dsp:sp modelId="{74B2E808-A84B-4FB0-89E8-94B010C84E13}">
      <dsp:nvSpPr>
        <dsp:cNvPr id="0" name=""/>
        <dsp:cNvSpPr/>
      </dsp:nvSpPr>
      <dsp:spPr>
        <a:xfrm>
          <a:off x="2802824" y="38670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6521AA-B546-4ED4-99A0-751A6D5D27A7}">
      <dsp:nvSpPr>
        <dsp:cNvPr id="0" name=""/>
        <dsp:cNvSpPr/>
      </dsp:nvSpPr>
      <dsp:spPr>
        <a:xfrm>
          <a:off x="2307824" y="1538274"/>
          <a:ext cx="1800000" cy="1083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Conventional approaches lack </a:t>
          </a:r>
          <a:r>
            <a:rPr lang="en-US" sz="1400" b="1" kern="1200" dirty="0"/>
            <a:t>efficiency, adaptability, and fairness</a:t>
          </a:r>
          <a:r>
            <a:rPr lang="en-US" sz="1400" kern="1200" dirty="0"/>
            <a:t> </a:t>
          </a:r>
        </a:p>
      </dsp:txBody>
      <dsp:txXfrm>
        <a:off x="2307824" y="1538274"/>
        <a:ext cx="1800000" cy="1083164"/>
      </dsp:txXfrm>
    </dsp:sp>
    <dsp:sp modelId="{2F348364-E413-4B67-A995-A2B87BF0A2F2}">
      <dsp:nvSpPr>
        <dsp:cNvPr id="0" name=""/>
        <dsp:cNvSpPr/>
      </dsp:nvSpPr>
      <dsp:spPr>
        <a:xfrm>
          <a:off x="4917824" y="38670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BC7BD6-A45F-4A0D-9728-0B1A48C6CAA4}">
      <dsp:nvSpPr>
        <dsp:cNvPr id="0" name=""/>
        <dsp:cNvSpPr/>
      </dsp:nvSpPr>
      <dsp:spPr>
        <a:xfrm>
          <a:off x="4422824" y="1538274"/>
          <a:ext cx="1800000" cy="1083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Resume lifecycle spans </a:t>
          </a:r>
          <a:r>
            <a:rPr lang="en-US" sz="1400" b="1" kern="1200"/>
            <a:t>creation, parsing, evaluation, and continuous improvement</a:t>
          </a:r>
          <a:r>
            <a:rPr lang="en-US" sz="1400" kern="1200"/>
            <a:t> </a:t>
          </a:r>
        </a:p>
      </dsp:txBody>
      <dsp:txXfrm>
        <a:off x="4422824" y="1538274"/>
        <a:ext cx="1800000" cy="1083164"/>
      </dsp:txXfrm>
    </dsp:sp>
    <dsp:sp modelId="{AED64A2E-727C-4D78-900F-14DFBF9A55ED}">
      <dsp:nvSpPr>
        <dsp:cNvPr id="0" name=""/>
        <dsp:cNvSpPr/>
      </dsp:nvSpPr>
      <dsp:spPr>
        <a:xfrm>
          <a:off x="687824" y="3071439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94F962-187D-4F97-B519-CB16158E4546}">
      <dsp:nvSpPr>
        <dsp:cNvPr id="0" name=""/>
        <dsp:cNvSpPr/>
      </dsp:nvSpPr>
      <dsp:spPr>
        <a:xfrm>
          <a:off x="192824" y="4223011"/>
          <a:ext cx="1800000" cy="1083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AI-driven systems enable </a:t>
          </a:r>
          <a:r>
            <a:rPr lang="en-US" sz="1400" b="1" kern="1200"/>
            <a:t>automated, intelligent resume management</a:t>
          </a:r>
          <a:r>
            <a:rPr lang="en-US" sz="1400" kern="1200"/>
            <a:t> </a:t>
          </a:r>
        </a:p>
      </dsp:txBody>
      <dsp:txXfrm>
        <a:off x="192824" y="4223011"/>
        <a:ext cx="1800000" cy="1083164"/>
      </dsp:txXfrm>
    </dsp:sp>
    <dsp:sp modelId="{B7526D4F-035E-4EA3-A7F9-22D1783E91A0}">
      <dsp:nvSpPr>
        <dsp:cNvPr id="0" name=""/>
        <dsp:cNvSpPr/>
      </dsp:nvSpPr>
      <dsp:spPr>
        <a:xfrm>
          <a:off x="2802824" y="3071439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F73092-2012-4B69-B8E8-72E4EA8412D3}">
      <dsp:nvSpPr>
        <dsp:cNvPr id="0" name=""/>
        <dsp:cNvSpPr/>
      </dsp:nvSpPr>
      <dsp:spPr>
        <a:xfrm>
          <a:off x="2307824" y="4223011"/>
          <a:ext cx="1800000" cy="1083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Benefits recruiters through </a:t>
          </a:r>
          <a:r>
            <a:rPr lang="en-US" sz="1400" b="1" kern="1200"/>
            <a:t>accurate shortlisting and faster decision-making</a:t>
          </a:r>
          <a:r>
            <a:rPr lang="en-US" sz="1400" kern="1200"/>
            <a:t> </a:t>
          </a:r>
        </a:p>
      </dsp:txBody>
      <dsp:txXfrm>
        <a:off x="2307824" y="4223011"/>
        <a:ext cx="1800000" cy="1083164"/>
      </dsp:txXfrm>
    </dsp:sp>
    <dsp:sp modelId="{2F5E273C-0646-46AE-A215-E814FB903FC0}">
      <dsp:nvSpPr>
        <dsp:cNvPr id="0" name=""/>
        <dsp:cNvSpPr/>
      </dsp:nvSpPr>
      <dsp:spPr>
        <a:xfrm>
          <a:off x="4917824" y="3071439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23AD26-9A32-4ACF-AA40-7BE684F22B3C}">
      <dsp:nvSpPr>
        <dsp:cNvPr id="0" name=""/>
        <dsp:cNvSpPr/>
      </dsp:nvSpPr>
      <dsp:spPr>
        <a:xfrm>
          <a:off x="4422824" y="4223011"/>
          <a:ext cx="1800000" cy="1083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Empowers applicants with </a:t>
          </a:r>
          <a:r>
            <a:rPr lang="en-US" sz="1400" b="1" kern="1200"/>
            <a:t>optimized resumes and better job alignment</a:t>
          </a:r>
          <a:r>
            <a:rPr lang="en-US" sz="1400" kern="1200"/>
            <a:t> </a:t>
          </a:r>
        </a:p>
      </dsp:txBody>
      <dsp:txXfrm>
        <a:off x="4422824" y="4223011"/>
        <a:ext cx="1800000" cy="10831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9729A1-27D0-4E15-BAE3-4264A5070E9F}">
      <dsp:nvSpPr>
        <dsp:cNvPr id="0" name=""/>
        <dsp:cNvSpPr/>
      </dsp:nvSpPr>
      <dsp:spPr>
        <a:xfrm>
          <a:off x="0" y="1853"/>
          <a:ext cx="6571413" cy="7897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A0807E-9760-4C94-8426-452B9033AC2F}">
      <dsp:nvSpPr>
        <dsp:cNvPr id="0" name=""/>
        <dsp:cNvSpPr/>
      </dsp:nvSpPr>
      <dsp:spPr>
        <a:xfrm>
          <a:off x="238911" y="179556"/>
          <a:ext cx="434384" cy="43438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DA7CAC-5C21-48B0-AAF3-883F33271BB8}">
      <dsp:nvSpPr>
        <dsp:cNvPr id="0" name=""/>
        <dsp:cNvSpPr/>
      </dsp:nvSpPr>
      <dsp:spPr>
        <a:xfrm>
          <a:off x="912207" y="1853"/>
          <a:ext cx="5659205" cy="7897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586" tIns="83586" rIns="83586" bIns="8358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Design an </a:t>
          </a:r>
          <a:r>
            <a:rPr lang="en-US" sz="1900" b="1" i="0" kern="1200" baseline="0"/>
            <a:t>intelligent framework</a:t>
          </a:r>
          <a:r>
            <a:rPr lang="en-US" sz="1900" b="0" i="0" kern="1200" baseline="0"/>
            <a:t> for end-to-end resume lifecycle management </a:t>
          </a:r>
          <a:endParaRPr lang="en-US" sz="1900" kern="1200"/>
        </a:p>
      </dsp:txBody>
      <dsp:txXfrm>
        <a:off x="912207" y="1853"/>
        <a:ext cx="5659205" cy="789790"/>
      </dsp:txXfrm>
    </dsp:sp>
    <dsp:sp modelId="{2502E777-FC9A-4C14-A013-3960C0734182}">
      <dsp:nvSpPr>
        <dsp:cNvPr id="0" name=""/>
        <dsp:cNvSpPr/>
      </dsp:nvSpPr>
      <dsp:spPr>
        <a:xfrm>
          <a:off x="0" y="989091"/>
          <a:ext cx="6571413" cy="7897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5833DD-9787-4C78-950C-9F0E5777BBEE}">
      <dsp:nvSpPr>
        <dsp:cNvPr id="0" name=""/>
        <dsp:cNvSpPr/>
      </dsp:nvSpPr>
      <dsp:spPr>
        <a:xfrm>
          <a:off x="238911" y="1166794"/>
          <a:ext cx="434384" cy="43438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E4D67E-FBEF-42BF-A334-28FFA07B297B}">
      <dsp:nvSpPr>
        <dsp:cNvPr id="0" name=""/>
        <dsp:cNvSpPr/>
      </dsp:nvSpPr>
      <dsp:spPr>
        <a:xfrm>
          <a:off x="912207" y="989091"/>
          <a:ext cx="5659205" cy="7897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586" tIns="83586" rIns="83586" bIns="8358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Implement </a:t>
          </a:r>
          <a:r>
            <a:rPr lang="en-US" sz="1900" b="1" i="0" kern="1200" baseline="0"/>
            <a:t>AI/ML techniques</a:t>
          </a:r>
          <a:r>
            <a:rPr lang="en-US" sz="1900" b="0" i="0" kern="1200" baseline="0"/>
            <a:t> for automated resume analysis and classification </a:t>
          </a:r>
          <a:endParaRPr lang="en-US" sz="1900" kern="1200"/>
        </a:p>
      </dsp:txBody>
      <dsp:txXfrm>
        <a:off x="912207" y="989091"/>
        <a:ext cx="5659205" cy="789790"/>
      </dsp:txXfrm>
    </dsp:sp>
    <dsp:sp modelId="{EB146D64-4D82-4D74-9857-87BA5DBEEDC6}">
      <dsp:nvSpPr>
        <dsp:cNvPr id="0" name=""/>
        <dsp:cNvSpPr/>
      </dsp:nvSpPr>
      <dsp:spPr>
        <a:xfrm>
          <a:off x="0" y="1976329"/>
          <a:ext cx="6571413" cy="7897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0C42EE-0947-4BF5-B4DB-356106511D2E}">
      <dsp:nvSpPr>
        <dsp:cNvPr id="0" name=""/>
        <dsp:cNvSpPr/>
      </dsp:nvSpPr>
      <dsp:spPr>
        <a:xfrm>
          <a:off x="238911" y="2154031"/>
          <a:ext cx="434384" cy="43438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A2C3CC-7A99-458C-8B46-EC80C5EFDE69}">
      <dsp:nvSpPr>
        <dsp:cNvPr id="0" name=""/>
        <dsp:cNvSpPr/>
      </dsp:nvSpPr>
      <dsp:spPr>
        <a:xfrm>
          <a:off x="912207" y="1976329"/>
          <a:ext cx="5659205" cy="7897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586" tIns="83586" rIns="83586" bIns="8358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Enhance </a:t>
          </a:r>
          <a:r>
            <a:rPr lang="en-US" sz="1900" b="1" i="0" kern="1200" baseline="0"/>
            <a:t>matching precision</a:t>
          </a:r>
          <a:r>
            <a:rPr lang="en-US" sz="1900" b="0" i="0" kern="1200" baseline="0"/>
            <a:t> between candidate profiles and job descriptions </a:t>
          </a:r>
          <a:endParaRPr lang="en-US" sz="1900" kern="1200"/>
        </a:p>
      </dsp:txBody>
      <dsp:txXfrm>
        <a:off x="912207" y="1976329"/>
        <a:ext cx="5659205" cy="789790"/>
      </dsp:txXfrm>
    </dsp:sp>
    <dsp:sp modelId="{1C62A18A-BD16-4F91-8AEF-E9C85EDDCE96}">
      <dsp:nvSpPr>
        <dsp:cNvPr id="0" name=""/>
        <dsp:cNvSpPr/>
      </dsp:nvSpPr>
      <dsp:spPr>
        <a:xfrm>
          <a:off x="0" y="2963566"/>
          <a:ext cx="6571413" cy="7897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AEF5DB-3AD9-4DBF-96CA-DC7EEEA1B8A4}">
      <dsp:nvSpPr>
        <dsp:cNvPr id="0" name=""/>
        <dsp:cNvSpPr/>
      </dsp:nvSpPr>
      <dsp:spPr>
        <a:xfrm>
          <a:off x="238911" y="3141269"/>
          <a:ext cx="434384" cy="43438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224889-E528-447E-8280-0B43EDD6AE14}">
      <dsp:nvSpPr>
        <dsp:cNvPr id="0" name=""/>
        <dsp:cNvSpPr/>
      </dsp:nvSpPr>
      <dsp:spPr>
        <a:xfrm>
          <a:off x="912207" y="2963566"/>
          <a:ext cx="5659205" cy="7897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586" tIns="83586" rIns="83586" bIns="8358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Minimize </a:t>
          </a:r>
          <a:r>
            <a:rPr lang="en-US" sz="1900" b="1" i="0" kern="1200" baseline="0"/>
            <a:t>human intervention and bias</a:t>
          </a:r>
          <a:r>
            <a:rPr lang="en-US" sz="1900" b="0" i="0" kern="1200" baseline="0"/>
            <a:t> in recruitment processes </a:t>
          </a:r>
          <a:endParaRPr lang="en-US" sz="1900" kern="1200"/>
        </a:p>
      </dsp:txBody>
      <dsp:txXfrm>
        <a:off x="912207" y="2963566"/>
        <a:ext cx="5659205" cy="789790"/>
      </dsp:txXfrm>
    </dsp:sp>
    <dsp:sp modelId="{397F3E08-A50C-4EDD-97B8-D6ABFCC23FE3}">
      <dsp:nvSpPr>
        <dsp:cNvPr id="0" name=""/>
        <dsp:cNvSpPr/>
      </dsp:nvSpPr>
      <dsp:spPr>
        <a:xfrm>
          <a:off x="0" y="3950804"/>
          <a:ext cx="6571413" cy="7897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90AA21-D68C-4800-BF88-189E4CD403DD}">
      <dsp:nvSpPr>
        <dsp:cNvPr id="0" name=""/>
        <dsp:cNvSpPr/>
      </dsp:nvSpPr>
      <dsp:spPr>
        <a:xfrm>
          <a:off x="238911" y="4128507"/>
          <a:ext cx="434384" cy="43438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662FA9-527F-42F9-9E35-38DC692E1B57}">
      <dsp:nvSpPr>
        <dsp:cNvPr id="0" name=""/>
        <dsp:cNvSpPr/>
      </dsp:nvSpPr>
      <dsp:spPr>
        <a:xfrm>
          <a:off x="912207" y="3950804"/>
          <a:ext cx="5659205" cy="7897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586" tIns="83586" rIns="83586" bIns="8358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Provide </a:t>
          </a:r>
          <a:r>
            <a:rPr lang="en-US" sz="1900" b="1" i="0" kern="1200" baseline="0"/>
            <a:t>data-driven feedback</a:t>
          </a:r>
          <a:r>
            <a:rPr lang="en-US" sz="1900" b="0" i="0" kern="1200" baseline="0"/>
            <a:t> to applicants for resume improvement </a:t>
          </a:r>
          <a:endParaRPr lang="en-US" sz="1900" kern="1200"/>
        </a:p>
      </dsp:txBody>
      <dsp:txXfrm>
        <a:off x="912207" y="3950804"/>
        <a:ext cx="5659205" cy="789790"/>
      </dsp:txXfrm>
    </dsp:sp>
    <dsp:sp modelId="{3607EDAA-7E24-4C77-9E57-C7EB8CEC4617}">
      <dsp:nvSpPr>
        <dsp:cNvPr id="0" name=""/>
        <dsp:cNvSpPr/>
      </dsp:nvSpPr>
      <dsp:spPr>
        <a:xfrm>
          <a:off x="0" y="4938042"/>
          <a:ext cx="6571413" cy="7897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FA708-E5AB-414D-987A-527B423F09A8}">
      <dsp:nvSpPr>
        <dsp:cNvPr id="0" name=""/>
        <dsp:cNvSpPr/>
      </dsp:nvSpPr>
      <dsp:spPr>
        <a:xfrm>
          <a:off x="238911" y="5115745"/>
          <a:ext cx="434384" cy="43438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EC65BB-1693-43A7-A979-1F8D731923D5}">
      <dsp:nvSpPr>
        <dsp:cNvPr id="0" name=""/>
        <dsp:cNvSpPr/>
      </dsp:nvSpPr>
      <dsp:spPr>
        <a:xfrm>
          <a:off x="912207" y="4938042"/>
          <a:ext cx="5659205" cy="7897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586" tIns="83586" rIns="83586" bIns="8358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Enable </a:t>
          </a:r>
          <a:r>
            <a:rPr lang="en-US" sz="1900" b="1" i="0" kern="1200" baseline="0"/>
            <a:t>efficient and scalable recruitment workflows</a:t>
          </a:r>
          <a:r>
            <a:rPr lang="en-US" sz="1900" b="0" i="0" kern="1200" baseline="0"/>
            <a:t> </a:t>
          </a:r>
          <a:endParaRPr lang="en-US" sz="1900" kern="1200"/>
        </a:p>
      </dsp:txBody>
      <dsp:txXfrm>
        <a:off x="912207" y="4938042"/>
        <a:ext cx="5659205" cy="78979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11E3BA-D54F-4240-B040-3FC4C896AA1C}">
      <dsp:nvSpPr>
        <dsp:cNvPr id="0" name=""/>
        <dsp:cNvSpPr/>
      </dsp:nvSpPr>
      <dsp:spPr>
        <a:xfrm>
          <a:off x="2596715" y="1382"/>
          <a:ext cx="1827128" cy="182712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baseline="0" dirty="0"/>
            <a:t>Current approaches are </a:t>
          </a:r>
          <a:r>
            <a:rPr lang="en-US" sz="1200" b="1" i="0" kern="1200" baseline="0" dirty="0"/>
            <a:t>fragmented</a:t>
          </a:r>
          <a:r>
            <a:rPr lang="en-US" sz="1200" b="0" i="0" kern="1200" baseline="0" dirty="0"/>
            <a:t>, addressing only parts of the recruitment process </a:t>
          </a:r>
          <a:endParaRPr lang="en-US" sz="1200" kern="1200" dirty="0"/>
        </a:p>
      </dsp:txBody>
      <dsp:txXfrm>
        <a:off x="2864292" y="268959"/>
        <a:ext cx="1291974" cy="1291974"/>
      </dsp:txXfrm>
    </dsp:sp>
    <dsp:sp modelId="{973B94BC-E3C9-4F3F-BD6F-9472E982A837}">
      <dsp:nvSpPr>
        <dsp:cNvPr id="0" name=""/>
        <dsp:cNvSpPr/>
      </dsp:nvSpPr>
      <dsp:spPr>
        <a:xfrm rot="2160000">
          <a:off x="4365983" y="1404594"/>
          <a:ext cx="485232" cy="616655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4379884" y="1485143"/>
        <a:ext cx="339662" cy="369993"/>
      </dsp:txXfrm>
    </dsp:sp>
    <dsp:sp modelId="{05AC02D1-3EA8-4376-B100-A1CC2A7DE0D4}">
      <dsp:nvSpPr>
        <dsp:cNvPr id="0" name=""/>
        <dsp:cNvSpPr/>
      </dsp:nvSpPr>
      <dsp:spPr>
        <a:xfrm>
          <a:off x="4815575" y="1613478"/>
          <a:ext cx="1827128" cy="182712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baseline="0"/>
            <a:t>Systems lack </a:t>
          </a:r>
          <a:r>
            <a:rPr lang="en-US" sz="1200" b="1" i="0" kern="1200" baseline="0"/>
            <a:t>end-to-end lifecycle management</a:t>
          </a:r>
          <a:r>
            <a:rPr lang="en-US" sz="1200" b="0" i="0" kern="1200" baseline="0"/>
            <a:t> of resumes </a:t>
          </a:r>
          <a:endParaRPr lang="en-US" sz="1200" kern="1200"/>
        </a:p>
      </dsp:txBody>
      <dsp:txXfrm>
        <a:off x="5083152" y="1881055"/>
        <a:ext cx="1291974" cy="1291974"/>
      </dsp:txXfrm>
    </dsp:sp>
    <dsp:sp modelId="{A6667124-55D5-429E-9F0C-9FDBEFA1EC2A}">
      <dsp:nvSpPr>
        <dsp:cNvPr id="0" name=""/>
        <dsp:cNvSpPr/>
      </dsp:nvSpPr>
      <dsp:spPr>
        <a:xfrm rot="6480000">
          <a:off x="5067002" y="3509866"/>
          <a:ext cx="485232" cy="616655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 rot="10800000">
        <a:off x="5162279" y="3563974"/>
        <a:ext cx="339662" cy="369993"/>
      </dsp:txXfrm>
    </dsp:sp>
    <dsp:sp modelId="{752EF58D-0451-4249-BDE5-DC3359377138}">
      <dsp:nvSpPr>
        <dsp:cNvPr id="0" name=""/>
        <dsp:cNvSpPr/>
      </dsp:nvSpPr>
      <dsp:spPr>
        <a:xfrm>
          <a:off x="3968046" y="4221903"/>
          <a:ext cx="1827128" cy="182712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baseline="0"/>
            <a:t>Minimal focus on </a:t>
          </a:r>
          <a:r>
            <a:rPr lang="en-US" sz="1200" b="1" i="0" kern="1200" baseline="0"/>
            <a:t>applicant-side improvement and guidance</a:t>
          </a:r>
          <a:r>
            <a:rPr lang="en-US" sz="1200" b="0" i="0" kern="1200" baseline="0"/>
            <a:t> </a:t>
          </a:r>
          <a:endParaRPr lang="en-US" sz="1200" kern="1200"/>
        </a:p>
      </dsp:txBody>
      <dsp:txXfrm>
        <a:off x="4235623" y="4489480"/>
        <a:ext cx="1291974" cy="1291974"/>
      </dsp:txXfrm>
    </dsp:sp>
    <dsp:sp modelId="{976AB09D-B0AC-49AC-9BD1-0761F4CBDB30}">
      <dsp:nvSpPr>
        <dsp:cNvPr id="0" name=""/>
        <dsp:cNvSpPr/>
      </dsp:nvSpPr>
      <dsp:spPr>
        <a:xfrm rot="10800000">
          <a:off x="3281396" y="4827140"/>
          <a:ext cx="485232" cy="616655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 rot="10800000">
        <a:off x="3426966" y="4950471"/>
        <a:ext cx="339662" cy="369993"/>
      </dsp:txXfrm>
    </dsp:sp>
    <dsp:sp modelId="{D721CF8A-94F8-4FFB-8D27-BE7FD119E4A8}">
      <dsp:nvSpPr>
        <dsp:cNvPr id="0" name=""/>
        <dsp:cNvSpPr/>
      </dsp:nvSpPr>
      <dsp:spPr>
        <a:xfrm>
          <a:off x="1225385" y="4221903"/>
          <a:ext cx="1827128" cy="182712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baseline="0"/>
            <a:t>Existing models often ignore </a:t>
          </a:r>
          <a:r>
            <a:rPr lang="en-US" sz="1200" b="1" i="0" kern="1200" baseline="0"/>
            <a:t>semantic understanding of resumes</a:t>
          </a:r>
          <a:r>
            <a:rPr lang="en-US" sz="1200" b="0" i="0" kern="1200" baseline="0"/>
            <a:t> </a:t>
          </a:r>
          <a:endParaRPr lang="en-US" sz="1200" kern="1200"/>
        </a:p>
      </dsp:txBody>
      <dsp:txXfrm>
        <a:off x="1492962" y="4489480"/>
        <a:ext cx="1291974" cy="1291974"/>
      </dsp:txXfrm>
    </dsp:sp>
    <dsp:sp modelId="{D87ED5DF-900B-4E17-8605-EC11D31501DC}">
      <dsp:nvSpPr>
        <dsp:cNvPr id="0" name=""/>
        <dsp:cNvSpPr/>
      </dsp:nvSpPr>
      <dsp:spPr>
        <a:xfrm rot="15120000">
          <a:off x="1476812" y="3535988"/>
          <a:ext cx="485232" cy="616655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 rot="10800000">
        <a:off x="1572089" y="3728542"/>
        <a:ext cx="339662" cy="369993"/>
      </dsp:txXfrm>
    </dsp:sp>
    <dsp:sp modelId="{B0148C79-CD9F-4202-A2F5-D68B85F05785}">
      <dsp:nvSpPr>
        <dsp:cNvPr id="0" name=""/>
        <dsp:cNvSpPr/>
      </dsp:nvSpPr>
      <dsp:spPr>
        <a:xfrm>
          <a:off x="377856" y="1613478"/>
          <a:ext cx="1827128" cy="182712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baseline="0"/>
            <a:t>There is a clear need for an </a:t>
          </a:r>
          <a:r>
            <a:rPr lang="en-US" sz="1200" b="1" i="0" kern="1200" baseline="0"/>
            <a:t>intelligent, scalable, and user-centric solution</a:t>
          </a:r>
          <a:r>
            <a:rPr lang="en-US" sz="1200" b="0" i="0" kern="1200" baseline="0"/>
            <a:t> </a:t>
          </a:r>
          <a:endParaRPr lang="en-US" sz="1200" kern="1200"/>
        </a:p>
      </dsp:txBody>
      <dsp:txXfrm>
        <a:off x="645433" y="1881055"/>
        <a:ext cx="1291974" cy="1291974"/>
      </dsp:txXfrm>
    </dsp:sp>
    <dsp:sp modelId="{250DAC17-B021-4B29-BDA7-E45FD95BCE9B}">
      <dsp:nvSpPr>
        <dsp:cNvPr id="0" name=""/>
        <dsp:cNvSpPr/>
      </dsp:nvSpPr>
      <dsp:spPr>
        <a:xfrm rot="19440000">
          <a:off x="2147124" y="1420738"/>
          <a:ext cx="485232" cy="616655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2161025" y="1586851"/>
        <a:ext cx="339662" cy="36999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CC5118-6E8E-4CFB-8AB1-EF5B2E1F7735}">
      <dsp:nvSpPr>
        <dsp:cNvPr id="0" name=""/>
        <dsp:cNvSpPr/>
      </dsp:nvSpPr>
      <dsp:spPr>
        <a:xfrm>
          <a:off x="898829" y="288"/>
          <a:ext cx="1001496" cy="1001496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3B554E-A080-4F69-9F8D-EC5BE89167F2}">
      <dsp:nvSpPr>
        <dsp:cNvPr id="0" name=""/>
        <dsp:cNvSpPr/>
      </dsp:nvSpPr>
      <dsp:spPr>
        <a:xfrm>
          <a:off x="1112262" y="213721"/>
          <a:ext cx="574628" cy="5746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48BC2D-B0BB-412C-A088-B73C157E9694}">
      <dsp:nvSpPr>
        <dsp:cNvPr id="0" name=""/>
        <dsp:cNvSpPr/>
      </dsp:nvSpPr>
      <dsp:spPr>
        <a:xfrm>
          <a:off x="578678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b="0" i="0" kern="1200" baseline="0"/>
            <a:t>User Input (Resume + Job Description) </a:t>
          </a:r>
          <a:endParaRPr lang="en-US" sz="1300" kern="1200"/>
        </a:p>
      </dsp:txBody>
      <dsp:txXfrm>
        <a:off x="578678" y="1313725"/>
        <a:ext cx="1641796" cy="656718"/>
      </dsp:txXfrm>
    </dsp:sp>
    <dsp:sp modelId="{C61B491E-74BC-4F16-8204-BD0B3BFB94A4}">
      <dsp:nvSpPr>
        <dsp:cNvPr id="0" name=""/>
        <dsp:cNvSpPr/>
      </dsp:nvSpPr>
      <dsp:spPr>
        <a:xfrm>
          <a:off x="2827940" y="288"/>
          <a:ext cx="1001496" cy="1001496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D9E99B-60D4-4D55-BD7C-B45FC89AFB0B}">
      <dsp:nvSpPr>
        <dsp:cNvPr id="0" name=""/>
        <dsp:cNvSpPr/>
      </dsp:nvSpPr>
      <dsp:spPr>
        <a:xfrm>
          <a:off x="3041374" y="213721"/>
          <a:ext cx="574628" cy="5746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11071F-D23E-4CC1-AC52-5E6A305FB558}">
      <dsp:nvSpPr>
        <dsp:cNvPr id="0" name=""/>
        <dsp:cNvSpPr/>
      </dsp:nvSpPr>
      <dsp:spPr>
        <a:xfrm>
          <a:off x="2507790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b="0" i="0" kern="1200" baseline="0"/>
            <a:t>Text Extraction &amp; Preprocessing </a:t>
          </a:r>
          <a:endParaRPr lang="en-US" sz="1300" kern="1200"/>
        </a:p>
      </dsp:txBody>
      <dsp:txXfrm>
        <a:off x="2507790" y="1313725"/>
        <a:ext cx="1641796" cy="656718"/>
      </dsp:txXfrm>
    </dsp:sp>
    <dsp:sp modelId="{17E000D6-2CE3-41E0-97D0-5DA137CA78E1}">
      <dsp:nvSpPr>
        <dsp:cNvPr id="0" name=""/>
        <dsp:cNvSpPr/>
      </dsp:nvSpPr>
      <dsp:spPr>
        <a:xfrm>
          <a:off x="4757051" y="288"/>
          <a:ext cx="1001496" cy="1001496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523B9B-F6A5-4AC3-8E97-F5117FBF9FD3}">
      <dsp:nvSpPr>
        <dsp:cNvPr id="0" name=""/>
        <dsp:cNvSpPr/>
      </dsp:nvSpPr>
      <dsp:spPr>
        <a:xfrm>
          <a:off x="4970485" y="213721"/>
          <a:ext cx="574628" cy="5746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1013A1-70D4-4E84-AF18-895820CE9CFC}">
      <dsp:nvSpPr>
        <dsp:cNvPr id="0" name=""/>
        <dsp:cNvSpPr/>
      </dsp:nvSpPr>
      <dsp:spPr>
        <a:xfrm>
          <a:off x="4436901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b="0" i="0" kern="1200" baseline="0"/>
            <a:t>NLP-based Feature Extraction </a:t>
          </a:r>
          <a:endParaRPr lang="en-US" sz="1300" kern="1200"/>
        </a:p>
      </dsp:txBody>
      <dsp:txXfrm>
        <a:off x="4436901" y="1313725"/>
        <a:ext cx="1641796" cy="656718"/>
      </dsp:txXfrm>
    </dsp:sp>
    <dsp:sp modelId="{67D60850-D7A6-4A1A-B8B7-9BD6DE184AEC}">
      <dsp:nvSpPr>
        <dsp:cNvPr id="0" name=""/>
        <dsp:cNvSpPr/>
      </dsp:nvSpPr>
      <dsp:spPr>
        <a:xfrm>
          <a:off x="6686163" y="288"/>
          <a:ext cx="1001496" cy="1001496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FF45B1-3046-4BAE-8CBB-5CD7C4A58E80}">
      <dsp:nvSpPr>
        <dsp:cNvPr id="0" name=""/>
        <dsp:cNvSpPr/>
      </dsp:nvSpPr>
      <dsp:spPr>
        <a:xfrm>
          <a:off x="6899596" y="213721"/>
          <a:ext cx="574628" cy="5746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94D950-07A5-4D38-BBF3-3772825E20A3}">
      <dsp:nvSpPr>
        <dsp:cNvPr id="0" name=""/>
        <dsp:cNvSpPr/>
      </dsp:nvSpPr>
      <dsp:spPr>
        <a:xfrm>
          <a:off x="6366012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b="0" i="0" kern="1200" baseline="0"/>
            <a:t>Matching Engine (TF-IDF + Cosine Similarity) </a:t>
          </a:r>
          <a:endParaRPr lang="en-US" sz="1300" kern="1200"/>
        </a:p>
      </dsp:txBody>
      <dsp:txXfrm>
        <a:off x="6366012" y="1313725"/>
        <a:ext cx="1641796" cy="656718"/>
      </dsp:txXfrm>
    </dsp:sp>
    <dsp:sp modelId="{9A463212-61EB-4D05-A3AE-2ED3677FE983}">
      <dsp:nvSpPr>
        <dsp:cNvPr id="0" name=""/>
        <dsp:cNvSpPr/>
      </dsp:nvSpPr>
      <dsp:spPr>
        <a:xfrm>
          <a:off x="8615274" y="288"/>
          <a:ext cx="1001496" cy="1001496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690535-109C-4687-A56A-CAC6BBFAF94F}">
      <dsp:nvSpPr>
        <dsp:cNvPr id="0" name=""/>
        <dsp:cNvSpPr/>
      </dsp:nvSpPr>
      <dsp:spPr>
        <a:xfrm>
          <a:off x="8828708" y="213721"/>
          <a:ext cx="574628" cy="5746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B5CA3E-BC30-427D-81B0-6F1131440768}">
      <dsp:nvSpPr>
        <dsp:cNvPr id="0" name=""/>
        <dsp:cNvSpPr/>
      </dsp:nvSpPr>
      <dsp:spPr>
        <a:xfrm>
          <a:off x="8295124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b="0" i="0" kern="1200" baseline="0"/>
            <a:t>Feedback Generation Module </a:t>
          </a:r>
          <a:endParaRPr lang="en-US" sz="1300" kern="1200"/>
        </a:p>
      </dsp:txBody>
      <dsp:txXfrm>
        <a:off x="8295124" y="1313725"/>
        <a:ext cx="1641796" cy="656718"/>
      </dsp:txXfrm>
    </dsp:sp>
    <dsp:sp modelId="{0EED99EE-DD48-42EA-9E0B-9C803073BFC7}">
      <dsp:nvSpPr>
        <dsp:cNvPr id="0" name=""/>
        <dsp:cNvSpPr/>
      </dsp:nvSpPr>
      <dsp:spPr>
        <a:xfrm>
          <a:off x="4757051" y="2380893"/>
          <a:ext cx="1001496" cy="1001496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5D8C87-F81B-49A3-97E4-4E4DB40532C9}">
      <dsp:nvSpPr>
        <dsp:cNvPr id="0" name=""/>
        <dsp:cNvSpPr/>
      </dsp:nvSpPr>
      <dsp:spPr>
        <a:xfrm>
          <a:off x="4970485" y="2594327"/>
          <a:ext cx="574628" cy="5746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C481EA-DE16-403F-8B48-506D5BAEE9E4}">
      <dsp:nvSpPr>
        <dsp:cNvPr id="0" name=""/>
        <dsp:cNvSpPr/>
      </dsp:nvSpPr>
      <dsp:spPr>
        <a:xfrm>
          <a:off x="4436901" y="3694331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b="0" i="0" kern="1200" baseline="0"/>
            <a:t>Output (Score + Suggestions) </a:t>
          </a:r>
          <a:endParaRPr lang="en-US" sz="1300" kern="1200"/>
        </a:p>
      </dsp:txBody>
      <dsp:txXfrm>
        <a:off x="4436901" y="3694331"/>
        <a:ext cx="1641796" cy="6567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6847D-1CF6-46BA-B46B-48BED0604A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 cap="all" spc="1500" baseline="0">
                <a:latin typeface="+mj-lt"/>
                <a:ea typeface="Source Sans Pro SemiBold" panose="020B06030304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B4F5A5-C931-4A4C-B6B1-EF4C95965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cap="all" spc="4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8A351602-3772-4279-B0D3-A523F6F6EAB3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5AAAA75-5FFB-4C07-AD4A-3146773E6CDD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479895E-3847-44BB-8404-28F14219FB70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0E02F68-8149-4236-8D9F-6B550F78B932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56FCAAB-F073-4561-A484-42C7DD10DC26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CF8DB94-87A3-43E9-9BBB-301CFF0FB05B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E4AEC-B6E4-439C-B716-EBE3D4D1D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FF81C-1FCB-4DBA-8044-F1A0FCFD45A6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8BC18-102E-45BF-8FEA-801E9C59D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8BF5F-B1F8-461F-9B3D-7D50D0242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6BF779-0B8C-4CC2-9268-9506AD0C5331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917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88500-1605-41EA-A15F-9B79DF7E4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14AC8-25A5-4D7F-BF23-CB20AA2EC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8997F1B7-1EE7-4EA5-A5A4-866F9A810C9F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5E13483-2FB6-4753-8402-06FDC3498E06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8F0DF22-F640-4002-B783-DF1C6A9473F6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C2787B8-7984-4332-B611-D3D3DE898FE0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AF3646C-B3D7-4F57-8FD2-CD93CEB39214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65FA7DA-93A0-43A4-834C-0F1BB9806A8C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95D22-0146-4DE2-9E78-4C00333D4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7773D-8987-489A-A650-3D6F7D5C7C38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9717A-A1FE-485D-AFFF-2C7026C71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DB88B-64CF-4100-8F07-D191DD79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04332FF-8349-42A5-B5C8-5EE3825CE252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870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BFE6C-EBF1-47DE-8468-E7125172B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104992-D139-48DC-BCCE-D71EA23CA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A8C5E768-0E62-4DE7-A0AF-93121DA8439E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402845F-9E8A-41E1-B051-1AAA46C997A2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A45C410-5FD0-4339-A3BC-A865DE4190AF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7B0B703-8BA8-483C-A433-C44C809687DE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CCFA03D-B879-419B-88B9-F4F3645C8AF5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6B0260A-6B2D-4F54-8614-60BC3103E166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AB8F6-0796-47E9-B1D4-760B7CCFC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150C1-1D78-4D80-810D-E9E86F6E88AB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86FC0-7327-44D9-B689-0AE73FD25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9D265-BFBA-4C93-9B1A-B9483AE6B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64F5FEB-DE92-47DA-8C46-DC088E8960A4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86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637BE-B22F-40EE-94F0-04549BC56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71582-4BAF-4211-AD4A-476ED6EB11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9DCF6B-C800-4345-BAE9-EE9FA65903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E6190A1E-5381-43C4-B058-7758339984D6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7E35469-0BEA-4E5E-955F-1AA300A62DE5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8F650BE-565E-4A52-8143-7A87700FC5F5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86A3F89-AA2A-44E5-915E-C47A069EB68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C57F514-AB27-4489-8D3C-01DD1025DDAD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141169F-1C39-4D04-AF32-D0D14D004B05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087465-759F-4895-8FC6-DD464FB91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9CBD8-1588-4B6B-B74D-87480DDE94C0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F1AA18-D8A5-44D9-881C-522258ED5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1BA574-A76A-4F4C-8CBD-768278B66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793E083-ADC4-4391-83DD-781529A66110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768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1B666-D6BE-4FA8-9CF1-F15FD58B0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CE4B4A-DE64-4563-83CD-C40B1D681D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DA0314-0202-4E6D-8352-C28376A9C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B56083-87B4-4603-B6FF-A9EB68E3E6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3708CF-F028-4917-A9CB-59BF5248A2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10" name="Graphic 185">
            <a:extLst>
              <a:ext uri="{FF2B5EF4-FFF2-40B4-BE49-F238E27FC236}">
                <a16:creationId xmlns:a16="http://schemas.microsoft.com/office/drawing/2014/main" id="{81B934BF-E239-47E1-93E9-EA3182162D21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3BBF177-5044-426A-93ED-64BDC84BF184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4270648-77F5-4D28-B691-DA57AA28FD73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086B770-2F70-4B7B-9525-286BBD63AD72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7DDC14D-7AE3-41CD-ADFC-A3601D4F9DF3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2181834-8401-4B66-85EE-1CBF57807DAB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33C091-3B62-4087-9A97-63BBE28CF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94440-721C-4D75-BD4F-4CFB3D51CDCA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0710C3-2723-4847-BCAF-96D9FAE50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618B2C-95AC-4438-97FD-07ACF297B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6B0F5A7-6E8A-4BCD-8F1F-233ECD21B262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768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9CF7F-748D-4598-983E-96A2BE269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aphic 185">
            <a:extLst>
              <a:ext uri="{FF2B5EF4-FFF2-40B4-BE49-F238E27FC236}">
                <a16:creationId xmlns:a16="http://schemas.microsoft.com/office/drawing/2014/main" id="{DFD4D3BE-80D4-4E69-9C76-F0D8517DF690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0B6E97F-00E1-4372-8978-8BCBDC9026E6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C7651B7-7A30-4AFA-A4D7-0B0C5D2DDAAF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D2FC5CA-556B-4409-B084-34753A1F04E6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E63FB41-EE1F-4889-9096-3A38936330D5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DD19F3B-7B3E-4861-8FDA-D0116C96C16E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0A2C46-C908-4010-AAE2-9FA41B145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01A64-483B-4532-94FB-D8F90CB6DEE0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CF5279-7D37-4D98-9A70-987C84F62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96FAD0-59EF-49AA-BBC6-A0EC184DD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76EB399-18D2-46D5-8757-35FCFF8EA80D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649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aphic 185">
            <a:extLst>
              <a:ext uri="{FF2B5EF4-FFF2-40B4-BE49-F238E27FC236}">
                <a16:creationId xmlns:a16="http://schemas.microsoft.com/office/drawing/2014/main" id="{773CCE17-EE0F-40E0-B7AE-CF7677B64709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0AC6C4E-6EA5-454A-AB84-8B94D8B585EC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4329338-925B-4677-BA6E-4357D37DB545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34C0A08-043F-4818-BA1D-BCC9F811A873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CB185DD-ED0D-4633-8098-95C4A6F177CC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AD50526-B611-40B6-BB45-AE82F0EF5992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08C302-4224-4668-8CAC-3267172A0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8FB39-20FB-4E2E-B861-45B709B9C3C5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C8FC22-AEB6-4BAF-BF93-41A2C757C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2CA88A-5462-4F17-AFA0-52721ADDB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0CCC791-94D7-4BB8-9EDF-423CEA1F6215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404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6AC37-C5B5-462A-BE4A-E55CEBF2A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B007F-32A8-4688-BBEF-4FCB99DF5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F2E2EB-BF8A-44A4-8AE0-BD6C31B1D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FC9E188F-54C8-4547-9F8C-525712AD7DB6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99C4538-3939-47A9-A590-09FF21960653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541CA75-5D05-4996-A26D-CE0C909CD5F7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6305856-26BC-4BCC-BEF3-5E9CED94177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C69651C-AC37-4CD2-8367-19297D7E2389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3E9031B-BA8D-4D9D-9BB3-A16F7A80F854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9840A2-CF60-4C47-B955-E65BC451F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8AC19-8BD6-476C-9770-8884373BCF00}" type="datetime1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79DC6E-CC55-47AB-A405-5FB7EE2D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5D5E7D-EBA7-4DB0-8C78-7EB8A85FA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5B051DE-636E-4B3C-9886-2055CE23E49A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673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D355-3146-41D1-B7DC-20B8ACE3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D4AAFB-E8F8-4FD1-8C6A-ED2C3FAD50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051AF1-B16F-43B9-95CC-C17B570DE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C8B77273-9FF7-4B93-8385-AD09A5F86AE5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117A673-3729-4EAD-9E8C-52BEBF74B857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E8DB752-94CD-4A94-BDE3-DD285EB89F3F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2F8DDFC-E5CA-4F36-B2BE-BCE49D4F6C9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BB589AE-2F9C-4C83-8DC7-1205CB037525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AC9A2DE-3C9E-4CD0-8C7A-CC5F9F9942E4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8C8714-2467-4715-934E-6787C84F7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68C53-8AD1-4F09-9486-FB3406B99CFA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6F13D6-03EC-4D31-8BB1-9FFDE3633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65D4DD-A2A4-4DF6-9527-E5F12FEB9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D202F3A-9FDE-4E11-B865-FBAEC415F880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174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3A871-D377-4EC0-9ACF-86842F01E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D53202-92A9-45A3-B812-777DB9578B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7196FB0C-3A9D-4892-90C9-21F3459AAD9E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6938C96-CF0F-4B69-A695-913F11BFC6F0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CA7E6BB-6B60-4BF5-9D3E-A3FE782EF5B0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F693EDA-57B3-4AEB-863B-B198C2A5A8E3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3A04A96-045F-4B6E-AEEE-11A2FA01B4FC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FB357DC-5AD3-44F4-879B-5AD6B18AC36F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CA47F-83AD-4BE3-AC2F-6C17883F7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92B3-2D87-4CDF-B84B-C46E5F5D31F7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18A72-3200-4597-A9C5-0D9ECFF3E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0055A-71D4-49B4-8A8F-19AFDB84E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B0E5D27-C447-432F-982D-B60FDD6F34AD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835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C59DBB-9256-464D-8A6A-8BDA71541D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25E310-E6CB-4838-8E9B-B288DA5527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BCF412A8-E798-47AD-ABD9-98D76A55D30B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70160C5-475D-401A-AEE2-2C04E99A1518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7CC7CE9-9C7F-49C2-8609-47BF523390F5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26FD5F1-978C-45AF-9086-D5DBE1F01681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873AB1C-723A-4FB4-9B23-65BAF5074833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1DE5510-5094-4FA4-96E5-AD4841D1C38A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E2202-679F-48B0-B2DD-F6F547112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69E57-47B1-47B0-B526-3153E4B1E729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BC83D-E4C0-49E1-ADA1-1AF403984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F211E-B2EA-4CDC-9E84-B68983949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FE2F5FD-5D31-4C1D-82F8-93624C7B0A3C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745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33F5C3-CD4B-4472-B59A-49D460CB1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72236B-AB2C-4D6F-AE15-700992DA9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0F509-07BE-4446-8772-F44E09936B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fld id="{BA543EDD-D0D2-447F-B24F-3717AF4B109D}" type="datetime1">
              <a:rPr lang="en-US" smtClean="0"/>
              <a:pPr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B927E-3833-4F85-99B5-56B5F1E540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8CB64-4E98-43DE-B543-7BE5B329DB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fld id="{F3450C42-9A0B-4425-92C2-70FCF7C457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087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58" r:id="rId6"/>
    <p:sldLayoutId id="2147483754" r:id="rId7"/>
    <p:sldLayoutId id="2147483755" r:id="rId8"/>
    <p:sldLayoutId id="2147483756" r:id="rId9"/>
    <p:sldLayoutId id="2147483757" r:id="rId10"/>
    <p:sldLayoutId id="21474837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ubs.aip.org/aip/acp/article-abstract/3279/1/020128/3341807/A-NLP-based-model-on-resume-parsing-and?redirectedFrom=fulltext&amp;utm_source=chatgpt.com" TargetMode="External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3A397E3E-B90C-4D82-BAAA-36F7AC6A4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E16C8D8F-10E9-4498-ABDB-0F923F8B6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2456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2DA1274F-9232-42BF-B9FE-B95EA14CF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2456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accent3">
              <a:alpha val="2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1E5A83E3-8A11-4492-BB6E-F5F224031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6429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BE5AF1D6-62CC-4988-9174-993F112DC2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6429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accent3">
              <a:alpha val="2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8CF5E676-CA04-4CED-9F1E-5026ED66E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782347" cy="2943932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6BA9E676-A8FC-4C2F-8D78-C13ED8ABD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782347" cy="2943932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A2B5CBEA-F125-49B6-8335-227C325B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5207" y="4529611"/>
            <a:ext cx="2426793" cy="232838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EECD79B5-5FC5-495F-BFD6-346C16E78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5207" y="4529611"/>
            <a:ext cx="2426793" cy="232838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C1D3151-5F97-4860-B56C-C98BD62CC2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1898" y="819446"/>
            <a:ext cx="8751370" cy="5402463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2D9D048-3063-435A-8C23-26C1907E9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1898" y="819446"/>
            <a:ext cx="8751370" cy="5402463"/>
          </a:xfrm>
          <a:prstGeom prst="rect">
            <a:avLst/>
          </a:pr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8DE96824-E506-4448-8704-5EC7BF7BC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20315" y="727769"/>
            <a:ext cx="8751370" cy="5402463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E3D6B4-D22A-E4BB-B4DB-6D4E66BEA2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83930" y="819446"/>
            <a:ext cx="6418471" cy="3028072"/>
          </a:xfrm>
        </p:spPr>
        <p:txBody>
          <a:bodyPr>
            <a:normAutofit/>
          </a:bodyPr>
          <a:lstStyle/>
          <a:p>
            <a:r>
              <a:rPr lang="en-US" sz="4200" dirty="0"/>
              <a:t>Intelligent Resume Lifecycle Management</a:t>
            </a:r>
            <a:endParaRPr lang="en-IN" sz="4200" dirty="0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9446" y="4786746"/>
            <a:ext cx="620727" cy="620727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B6C541AE-9B02-44C0-B8C6-B2DEA7ED3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9446" y="4786746"/>
            <a:ext cx="620727" cy="620727"/>
          </a:xfrm>
          <a:prstGeom prst="ellipse">
            <a:avLst/>
          </a:prstGeom>
          <a:solidFill>
            <a:schemeClr val="accent3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5DC762-03E6-1874-C238-3F988BCA17B8}"/>
              </a:ext>
            </a:extLst>
          </p:cNvPr>
          <p:cNvSpPr txBox="1"/>
          <p:nvPr/>
        </p:nvSpPr>
        <p:spPr>
          <a:xfrm>
            <a:off x="4475791" y="4575287"/>
            <a:ext cx="286379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Manvendra Singh Rao</a:t>
            </a:r>
            <a:br>
              <a:rPr lang="en-US" dirty="0"/>
            </a:br>
            <a:r>
              <a:rPr lang="en-US" dirty="0"/>
              <a:t>Priya Singh</a:t>
            </a:r>
          </a:p>
          <a:p>
            <a:pPr algn="ctr"/>
            <a:r>
              <a:rPr lang="en-US" dirty="0"/>
              <a:t>M. </a:t>
            </a:r>
            <a:r>
              <a:rPr lang="en-US" dirty="0" err="1"/>
              <a:t>Thanuj</a:t>
            </a:r>
            <a:r>
              <a:rPr lang="en-US" dirty="0"/>
              <a:t> Abhinav Reddy</a:t>
            </a:r>
          </a:p>
          <a:p>
            <a:pPr algn="ctr"/>
            <a:r>
              <a:rPr lang="en-US" dirty="0" err="1"/>
              <a:t>Priyamshu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6292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297FF8-3350-2EDE-EEE5-716F3166D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976" y="2082317"/>
            <a:ext cx="4754948" cy="321537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INTRODUCTION/</a:t>
            </a:r>
            <a:br>
              <a:rPr lang="en-US" dirty="0"/>
            </a:br>
            <a:r>
              <a:rPr lang="en-US" dirty="0"/>
              <a:t>PROBLEM STATEMENT</a:t>
            </a:r>
            <a:endParaRPr lang="en-IN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tx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3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35" name="Content Placeholder 2">
            <a:extLst>
              <a:ext uri="{FF2B5EF4-FFF2-40B4-BE49-F238E27FC236}">
                <a16:creationId xmlns:a16="http://schemas.microsoft.com/office/drawing/2014/main" id="{67B3EE0C-A5B1-40B4-28E9-F1724D3583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4582947"/>
              </p:ext>
            </p:extLst>
          </p:nvPr>
        </p:nvGraphicFramePr>
        <p:xfrm>
          <a:off x="5652327" y="245806"/>
          <a:ext cx="6415648" cy="56928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581034" y="5750136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18256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D72A4A-771D-4FE0-A07E-D0DAF4D69C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5448" y="447277"/>
            <a:ext cx="3294813" cy="5911481"/>
          </a:xfrm>
          <a:prstGeom prst="rect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BB7246-8AFD-47FC-A1F4-491E0167E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9940" y="438890"/>
            <a:ext cx="3294813" cy="5911481"/>
          </a:xfrm>
          <a:prstGeom prst="rect">
            <a:avLst/>
          </a:prstGeom>
          <a:solidFill>
            <a:schemeClr val="accent3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A6DF2E7-0906-4F1E-9B28-48B1A4D8E0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787" y="308343"/>
            <a:ext cx="3294813" cy="5911481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684FEC42-F70A-4505-A5DF-EC67268FE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841" y="49924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0" name="Graphic 212">
            <a:extLst>
              <a:ext uri="{FF2B5EF4-FFF2-40B4-BE49-F238E27FC236}">
                <a16:creationId xmlns:a16="http://schemas.microsoft.com/office/drawing/2014/main" id="{7D10AF26-17A2-4FA8-824A-F78507AF6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841" y="49924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B72CFE-A92B-B16A-99E3-A80FA18D7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 dirty="0"/>
              <a:t>OBJECTIVE</a:t>
            </a:r>
            <a:endParaRPr lang="en-IN" dirty="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92233781-139A-ED39-24E8-EA861E0642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7918832"/>
              </p:ext>
            </p:extLst>
          </p:nvPr>
        </p:nvGraphicFramePr>
        <p:xfrm>
          <a:off x="4782386" y="447277"/>
          <a:ext cx="6571413" cy="57296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72401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3" name="Oval 12">
            <a:extLst>
              <a:ext uri="{FF2B5EF4-FFF2-40B4-BE49-F238E27FC236}">
                <a16:creationId xmlns:a16="http://schemas.microsoft.com/office/drawing/2014/main" id="{EAED1919-54A1-41C9-B30B-A3FF3F58E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26220" y="98104"/>
            <a:ext cx="4288094" cy="4288094"/>
          </a:xfrm>
          <a:prstGeom prst="ellips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 descr="Document">
            <a:extLst>
              <a:ext uri="{FF2B5EF4-FFF2-40B4-BE49-F238E27FC236}">
                <a16:creationId xmlns:a16="http://schemas.microsoft.com/office/drawing/2014/main" id="{2728F99F-1C15-725A-DC17-2544D7B5F4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69471" y="941355"/>
            <a:ext cx="2601592" cy="2601592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C4751043-2EE3-4222-9979-8E61D93DA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1848" y="2813300"/>
            <a:ext cx="3757487" cy="3757487"/>
            <a:chOff x="1881974" y="1174396"/>
            <a:chExt cx="5290997" cy="5290997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3FD8213-DB67-4E29-9615-984DB59917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1974" y="1174396"/>
              <a:ext cx="5290997" cy="5290997"/>
            </a:xfrm>
            <a:prstGeom prst="ellipse">
              <a:avLst/>
            </a:pr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4EDB257-28CF-422F-AE6A-B99E3FE811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1974" y="1174396"/>
              <a:ext cx="5290997" cy="5290997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 useBgFill="1">
        <p:nvSpPr>
          <p:cNvPr id="19" name="Oval 18">
            <a:extLst>
              <a:ext uri="{FF2B5EF4-FFF2-40B4-BE49-F238E27FC236}">
                <a16:creationId xmlns:a16="http://schemas.microsoft.com/office/drawing/2014/main" id="{FFFEB18F-F81F-4CED-BE64-EB888A77C3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4350" y="2762501"/>
            <a:ext cx="3744592" cy="3744592"/>
          </a:xfrm>
          <a:prstGeom prst="ellips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DB8A81-1CA1-936C-AC2F-ACA47D163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591" y="3404608"/>
            <a:ext cx="3520789" cy="266608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BASE PAPER</a:t>
            </a:r>
            <a:endParaRPr lang="en-IN" dirty="0"/>
          </a:p>
        </p:txBody>
      </p:sp>
      <p:grpSp>
        <p:nvGrpSpPr>
          <p:cNvPr id="21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tx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5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tx1"/>
          </a:solidFill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E42165C3-B39A-282E-6FC0-4C32EFF617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77270" y="491613"/>
            <a:ext cx="4974771" cy="547656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Paper Title: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 NLP-based Model on Resume Parsing and Shortlisting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Year: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2025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Uses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Natural Language Processing (NLP)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for automated resume parsing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Extracts key information like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skills, experience, and education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Implements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automated candidate shortlisting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based on job requirements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Reduces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manual effort and screening time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in recruitment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Demonstrates how AI systems can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improve efficiency and accuracy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in hiring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Forms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basis for intelligent resume analysis and matching systems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Source: </a:t>
            </a:r>
            <a:r>
              <a:rPr lang="en-US" altLang="en-US" sz="1800" dirty="0">
                <a:latin typeface="Arial" panose="020B0604020202020204" pitchFamily="34" charset="0"/>
                <a:hlinkClick r:id="rId3"/>
              </a:rPr>
              <a:t>AIP publishing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3344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31DCBDB-1D4A-4E79-8172-CF12FCDE5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3871489" cy="4096327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EF578ED8-0692-496C-9844-F1CFDEAAF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871489" cy="4096327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B7068A-E430-6880-D546-B8D225DAF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432" y="3698999"/>
            <a:ext cx="3419168" cy="2477964"/>
          </a:xfrm>
        </p:spPr>
        <p:txBody>
          <a:bodyPr>
            <a:normAutofit/>
          </a:bodyPr>
          <a:lstStyle/>
          <a:p>
            <a:r>
              <a:rPr lang="en-US" dirty="0"/>
              <a:t>LITERATURE SURVEY</a:t>
            </a:r>
            <a:endParaRPr lang="en-IN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89EC82A-BD1A-426B-955B-77D53704B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79558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47D6136-395D-4D9F-9898-604E6BDE8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19293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F557F205-9A81-F171-9E0B-9B52D3EA4A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9777439"/>
              </p:ext>
            </p:extLst>
          </p:nvPr>
        </p:nvGraphicFramePr>
        <p:xfrm>
          <a:off x="4490885" y="776750"/>
          <a:ext cx="7325033" cy="4957300"/>
        </p:xfrm>
        <a:graphic>
          <a:graphicData uri="http://schemas.openxmlformats.org/drawingml/2006/table">
            <a:tbl>
              <a:tblPr/>
              <a:tblGrid>
                <a:gridCol w="1976021">
                  <a:extLst>
                    <a:ext uri="{9D8B030D-6E8A-4147-A177-3AD203B41FA5}">
                      <a16:colId xmlns:a16="http://schemas.microsoft.com/office/drawing/2014/main" val="1438796083"/>
                    </a:ext>
                  </a:extLst>
                </a:gridCol>
                <a:gridCol w="1662368">
                  <a:extLst>
                    <a:ext uri="{9D8B030D-6E8A-4147-A177-3AD203B41FA5}">
                      <a16:colId xmlns:a16="http://schemas.microsoft.com/office/drawing/2014/main" val="1693601074"/>
                    </a:ext>
                  </a:extLst>
                </a:gridCol>
                <a:gridCol w="1879513">
                  <a:extLst>
                    <a:ext uri="{9D8B030D-6E8A-4147-A177-3AD203B41FA5}">
                      <a16:colId xmlns:a16="http://schemas.microsoft.com/office/drawing/2014/main" val="117671409"/>
                    </a:ext>
                  </a:extLst>
                </a:gridCol>
                <a:gridCol w="1807131">
                  <a:extLst>
                    <a:ext uri="{9D8B030D-6E8A-4147-A177-3AD203B41FA5}">
                      <a16:colId xmlns:a16="http://schemas.microsoft.com/office/drawing/2014/main" val="1771275013"/>
                    </a:ext>
                  </a:extLst>
                </a:gridCol>
              </a:tblGrid>
              <a:tr h="3867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Paper/Approach</a:t>
                      </a:r>
                      <a:endParaRPr lang="en-IN" sz="1500"/>
                    </a:p>
                  </a:txBody>
                  <a:tcPr marL="77922" marR="77922" marT="38961" marB="389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Method Used</a:t>
                      </a:r>
                      <a:endParaRPr lang="en-IN" sz="1500"/>
                    </a:p>
                  </a:txBody>
                  <a:tcPr marL="77922" marR="77922" marT="38961" marB="389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Key Features</a:t>
                      </a:r>
                      <a:endParaRPr lang="en-IN" sz="1500"/>
                    </a:p>
                  </a:txBody>
                  <a:tcPr marL="77922" marR="77922" marT="38961" marB="389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Limitations</a:t>
                      </a:r>
                      <a:endParaRPr lang="en-IN" sz="1500"/>
                    </a:p>
                  </a:txBody>
                  <a:tcPr marL="77922" marR="77922" marT="38961" marB="389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0878182"/>
                  </a:ext>
                </a:extLst>
              </a:tr>
              <a:tr h="9141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NLP-based Resume Parsing System</a:t>
                      </a:r>
                    </a:p>
                  </a:txBody>
                  <a:tcPr marL="77922" marR="77922" marT="38961" marB="389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NLP, Text Extraction</a:t>
                      </a:r>
                    </a:p>
                  </a:txBody>
                  <a:tcPr marL="77922" marR="77922" marT="38961" marB="389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Extracts skills, education, experience</a:t>
                      </a:r>
                    </a:p>
                  </a:txBody>
                  <a:tcPr marL="77922" marR="77922" marT="38961" marB="389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Limited accuracy for complex resumes</a:t>
                      </a:r>
                    </a:p>
                  </a:txBody>
                  <a:tcPr marL="77922" marR="77922" marT="38961" marB="389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3951974"/>
                  </a:ext>
                </a:extLst>
              </a:tr>
              <a:tr h="9141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Keyword Matching Systems</a:t>
                      </a:r>
                    </a:p>
                  </a:txBody>
                  <a:tcPr marL="77922" marR="77922" marT="38961" marB="389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Keyword Search</a:t>
                      </a:r>
                    </a:p>
                  </a:txBody>
                  <a:tcPr marL="77922" marR="77922" marT="38961" marB="389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Simple and fast filtering</a:t>
                      </a:r>
                    </a:p>
                  </a:txBody>
                  <a:tcPr marL="77922" marR="77922" marT="38961" marB="389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Ignores context, low matching accuracy</a:t>
                      </a:r>
                    </a:p>
                  </a:txBody>
                  <a:tcPr marL="77922" marR="77922" marT="38961" marB="389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7991279"/>
                  </a:ext>
                </a:extLst>
              </a:tr>
              <a:tr h="9141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ML-based Resume Screening</a:t>
                      </a:r>
                    </a:p>
                  </a:txBody>
                  <a:tcPr marL="77922" marR="77922" marT="38961" marB="389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Machine Learning Models</a:t>
                      </a:r>
                    </a:p>
                  </a:txBody>
                  <a:tcPr marL="77922" marR="77922" marT="38961" marB="389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Better candidate ranking</a:t>
                      </a:r>
                    </a:p>
                  </a:txBody>
                  <a:tcPr marL="77922" marR="77922" marT="38961" marB="389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Requires training data, complex</a:t>
                      </a:r>
                    </a:p>
                  </a:txBody>
                  <a:tcPr marL="77922" marR="77922" marT="38961" marB="389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203431"/>
                  </a:ext>
                </a:extLst>
              </a:tr>
              <a:tr h="9141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Automated Shortlisting Systems</a:t>
                      </a:r>
                    </a:p>
                  </a:txBody>
                  <a:tcPr marL="77922" marR="77922" marT="38961" marB="389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NLP + Similarity Measures</a:t>
                      </a:r>
                    </a:p>
                  </a:txBody>
                  <a:tcPr marL="77922" marR="77922" marT="38961" marB="389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Improves screening efficiency</a:t>
                      </a:r>
                    </a:p>
                  </a:txBody>
                  <a:tcPr marL="77922" marR="77922" marT="38961" marB="389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No feedback for applicants</a:t>
                      </a:r>
                    </a:p>
                  </a:txBody>
                  <a:tcPr marL="77922" marR="77922" marT="38961" marB="389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8146214"/>
                  </a:ext>
                </a:extLst>
              </a:tr>
              <a:tr h="9141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Existing Recruitment Platforms</a:t>
                      </a:r>
                    </a:p>
                  </a:txBody>
                  <a:tcPr marL="77922" marR="77922" marT="38961" marB="389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Rule-based Systems</a:t>
                      </a:r>
                    </a:p>
                  </a:txBody>
                  <a:tcPr marL="77922" marR="77922" marT="38961" marB="389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Handles large volumes</a:t>
                      </a:r>
                    </a:p>
                  </a:txBody>
                  <a:tcPr marL="77922" marR="77922" marT="38961" marB="389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Lacks personalization and intelligence</a:t>
                      </a:r>
                    </a:p>
                  </a:txBody>
                  <a:tcPr marL="77922" marR="77922" marT="38961" marB="389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34341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3589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D72A4A-771D-4FE0-A07E-D0DAF4D69C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5448" y="447277"/>
            <a:ext cx="3294813" cy="5911481"/>
          </a:xfrm>
          <a:prstGeom prst="rect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BB7246-8AFD-47FC-A1F4-491E0167E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9940" y="438890"/>
            <a:ext cx="3294813" cy="5911481"/>
          </a:xfrm>
          <a:prstGeom prst="rect">
            <a:avLst/>
          </a:prstGeom>
          <a:solidFill>
            <a:schemeClr val="accent3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A6DF2E7-0906-4F1E-9B28-48B1A4D8E0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787" y="308343"/>
            <a:ext cx="3294813" cy="5911481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684FEC42-F70A-4505-A5DF-EC67268FE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841" y="49924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0" name="Graphic 212">
            <a:extLst>
              <a:ext uri="{FF2B5EF4-FFF2-40B4-BE49-F238E27FC236}">
                <a16:creationId xmlns:a16="http://schemas.microsoft.com/office/drawing/2014/main" id="{7D10AF26-17A2-4FA8-824A-F78507AF6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841" y="49924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E0EF5E-FD34-3864-EA86-6C628BA3F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105985" cy="4238118"/>
          </a:xfrm>
        </p:spPr>
        <p:txBody>
          <a:bodyPr>
            <a:normAutofit/>
          </a:bodyPr>
          <a:lstStyle/>
          <a:p>
            <a:r>
              <a:rPr lang="en-US" dirty="0"/>
              <a:t>RESEARCH GAP</a:t>
            </a:r>
            <a:endParaRPr lang="en-IN" dirty="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0C31FD89-7537-156F-FA79-9D1A958154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7221699"/>
              </p:ext>
            </p:extLst>
          </p:nvPr>
        </p:nvGraphicFramePr>
        <p:xfrm>
          <a:off x="4663440" y="308342"/>
          <a:ext cx="7020560" cy="60504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17372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Graphic 6" descr="Programmer">
            <a:extLst>
              <a:ext uri="{FF2B5EF4-FFF2-40B4-BE49-F238E27FC236}">
                <a16:creationId xmlns:a16="http://schemas.microsoft.com/office/drawing/2014/main" id="{69F26B90-8C8C-FD79-58FE-E216BA436B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20383" y="3104705"/>
            <a:ext cx="3217333" cy="3217333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134CC3FF-7AA4-46F4-8B24-2F9383D86D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5511" y="805742"/>
            <a:ext cx="3647770" cy="3193211"/>
            <a:chOff x="1674895" y="1345036"/>
            <a:chExt cx="5428610" cy="421093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75E42E8-8B96-4FF0-9DCC-7E2084C0FD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8FEA8A4-ED0E-429C-884B-1599153B8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3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AEBFCD5-5356-4326-8D39-8235A46CD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315" y="685805"/>
            <a:ext cx="3624947" cy="3193211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CC1717-4F3A-3815-E17D-34B2FD8D9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584" y="859808"/>
            <a:ext cx="3543197" cy="287898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TECH STACK</a:t>
            </a:r>
            <a:endParaRPr lang="en-IN" dirty="0"/>
          </a:p>
        </p:txBody>
      </p:sp>
      <p:grpSp>
        <p:nvGrpSpPr>
          <p:cNvPr id="18" name="Graphic 4">
            <a:extLst>
              <a:ext uri="{FF2B5EF4-FFF2-40B4-BE49-F238E27FC236}">
                <a16:creationId xmlns:a16="http://schemas.microsoft.com/office/drawing/2014/main" id="{5F2AA49C-5AC0-41C7-BFAF-74B8D8293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9048" y="2335801"/>
            <a:ext cx="849365" cy="849366"/>
            <a:chOff x="5829300" y="3162300"/>
            <a:chExt cx="532256" cy="532257"/>
          </a:xfrm>
          <a:solidFill>
            <a:srgbClr val="FFFFFF"/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8A750A0-64B5-41B2-B525-A914EB40B3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8216C77-85C1-4BDC-87A8-7E75933205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71AED48-754E-41AC-9ECC-DB25976447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8005417-D297-404F-82A5-8C4393E85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7F942D6-2D0C-4894-81F0-6F81714BA4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FAD802E-9670-4B80-876B-3FF64D29A1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38AF437-0BFB-40E4-ADA0-5749919AAC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8BC9C3D-CBBE-4D29-9DAC-98B3CAF397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7016629-22ED-494E-9205-594895DA9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FF3CC1E-0ED4-4599-9B4E-F057769B96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65A4B3A-F9A7-4FA6-A7F3-EA08E0BA15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83B6A14-A56D-4B95-8395-89CF53A09B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9F0868B-B193-43B6-BB1E-1FF72993EA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3" name="Graphic 4">
            <a:extLst>
              <a:ext uri="{FF2B5EF4-FFF2-40B4-BE49-F238E27FC236}">
                <a16:creationId xmlns:a16="http://schemas.microsoft.com/office/drawing/2014/main" id="{BB32367D-C4F2-49D5-A586-298C7CA82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9048" y="2335801"/>
            <a:ext cx="849365" cy="849366"/>
            <a:chOff x="5829300" y="3162300"/>
            <a:chExt cx="532256" cy="532257"/>
          </a:xfrm>
          <a:solidFill>
            <a:schemeClr val="tx1"/>
          </a:solidFill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E1FF7EE7-ACA2-4BFF-BA75-7FAE93FBB6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8647462E-B5E8-4F02-A1E4-BD0380A224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412CE109-6153-414A-B2D6-C4F9C6FA2E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DAF530F5-D68D-4BC8-8984-F1A8B5DEB6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2EB69747-F9DD-4B80-B488-D5565D0BC6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3AFB787-B8A4-4269-9DA9-FF4A660303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6E682D93-25A6-4D91-9A81-3F247BBEE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9D5F48B5-53B4-4DA8-B929-6AFF506589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A195A3-2A74-4D13-A1B8-24765E26B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B98F1918-C39D-4713-AB21-685A944355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3592273-DEE6-42E1-B824-11D5443323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12D6F82B-B619-4D8B-85AE-0E57103BA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246C574-90D4-412B-9444-203F7C83CD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48508-8087-D09E-FA8D-CE5E72D1B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319549"/>
            <a:ext cx="5757951" cy="642538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IN" sz="1600" b="1" dirty="0"/>
              <a:t>Programming Language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Python </a:t>
            </a:r>
          </a:p>
          <a:p>
            <a:pPr>
              <a:lnSpc>
                <a:spcPct val="100000"/>
              </a:lnSpc>
            </a:pPr>
            <a:r>
              <a:rPr lang="en-IN" sz="1600" b="1" dirty="0"/>
              <a:t>Frontend (Web Interface)</a:t>
            </a:r>
          </a:p>
          <a:p>
            <a:pPr>
              <a:lnSpc>
                <a:spcPct val="100000"/>
              </a:lnSpc>
            </a:pPr>
            <a:r>
              <a:rPr lang="en-IN" sz="1600" dirty="0" err="1"/>
              <a:t>Streamlit</a:t>
            </a:r>
            <a:r>
              <a:rPr lang="en-IN" sz="1600" dirty="0"/>
              <a:t> </a:t>
            </a:r>
          </a:p>
          <a:p>
            <a:pPr>
              <a:lnSpc>
                <a:spcPct val="100000"/>
              </a:lnSpc>
            </a:pPr>
            <a:r>
              <a:rPr lang="en-IN" sz="1600" b="1" dirty="0"/>
              <a:t>Backend / Processing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Python (Core logic implementation) 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NLP-based text processing </a:t>
            </a:r>
          </a:p>
          <a:p>
            <a:pPr>
              <a:lnSpc>
                <a:spcPct val="100000"/>
              </a:lnSpc>
            </a:pPr>
            <a:r>
              <a:rPr lang="en-IN" sz="1600" b="1" dirty="0"/>
              <a:t>Libraries &amp; Tools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NLTK / </a:t>
            </a:r>
            <a:r>
              <a:rPr lang="en-IN" sz="1600" dirty="0" err="1"/>
              <a:t>spaCy</a:t>
            </a:r>
            <a:r>
              <a:rPr lang="en-IN" sz="1600" dirty="0"/>
              <a:t> – Text processing &amp; skill extraction 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Scikit-learn – TF-IDF &amp; cosine similarity 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PyPDF2 – Resume (PDF) text extraction </a:t>
            </a:r>
          </a:p>
          <a:p>
            <a:pPr>
              <a:lnSpc>
                <a:spcPct val="100000"/>
              </a:lnSpc>
            </a:pPr>
            <a:r>
              <a:rPr lang="en-IN" sz="1600" b="1" dirty="0"/>
              <a:t>Algorithms / Techniques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TF-IDF (Term Frequency–Inverse Document Frequency) 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Cosine Similarity 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Keyword Extraction </a:t>
            </a:r>
          </a:p>
          <a:p>
            <a:pPr>
              <a:lnSpc>
                <a:spcPct val="100000"/>
              </a:lnSpc>
            </a:pPr>
            <a:r>
              <a:rPr lang="en-IN" sz="1600" b="1" dirty="0"/>
              <a:t>Development Environment</a:t>
            </a:r>
          </a:p>
          <a:p>
            <a:pPr>
              <a:lnSpc>
                <a:spcPct val="100000"/>
              </a:lnSpc>
            </a:pPr>
            <a:r>
              <a:rPr lang="en-IN" sz="1600" dirty="0" err="1"/>
              <a:t>Jupyter</a:t>
            </a:r>
            <a:r>
              <a:rPr lang="en-IN" sz="1600" dirty="0"/>
              <a:t> Notebook / VS Code</a:t>
            </a:r>
          </a:p>
          <a:p>
            <a:pPr>
              <a:lnSpc>
                <a:spcPct val="100000"/>
              </a:lnSpc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48432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28A6EF-768A-9C8F-B304-5AFE58A20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875" y="471232"/>
            <a:ext cx="5217173" cy="1541410"/>
          </a:xfrm>
        </p:spPr>
        <p:txBody>
          <a:bodyPr anchor="t">
            <a:normAutofit/>
          </a:bodyPr>
          <a:lstStyle/>
          <a:p>
            <a:r>
              <a:rPr lang="en-US" dirty="0"/>
              <a:t>FEATURES</a:t>
            </a:r>
            <a:endParaRPr lang="en-IN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58E97B8-3278-4D63-89EC-C4580EF767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33412"/>
            <a:ext cx="1910252" cy="274628"/>
          </a:xfrm>
          <a:custGeom>
            <a:avLst/>
            <a:gdLst>
              <a:gd name="connsiteX0" fmla="*/ 1489414 w 1990951"/>
              <a:gd name="connsiteY0" fmla="*/ 286231 h 286230"/>
              <a:gd name="connsiteX1" fmla="*/ 1243712 w 1990951"/>
              <a:gd name="connsiteY1" fmla="*/ 40528 h 286230"/>
              <a:gd name="connsiteX2" fmla="*/ 995476 w 1990951"/>
              <a:gd name="connsiteY2" fmla="*/ 286231 h 286230"/>
              <a:gd name="connsiteX3" fmla="*/ 749773 w 1990951"/>
              <a:gd name="connsiteY3" fmla="*/ 40528 h 286230"/>
              <a:gd name="connsiteX4" fmla="*/ 504071 w 1990951"/>
              <a:gd name="connsiteY4" fmla="*/ 286231 h 286230"/>
              <a:gd name="connsiteX5" fmla="*/ 255835 w 1990951"/>
              <a:gd name="connsiteY5" fmla="*/ 40528 h 286230"/>
              <a:gd name="connsiteX6" fmla="*/ 20264 w 1990951"/>
              <a:gd name="connsiteY6" fmla="*/ 276099 h 286230"/>
              <a:gd name="connsiteX7" fmla="*/ 0 w 1990951"/>
              <a:gd name="connsiteY7" fmla="*/ 255835 h 286230"/>
              <a:gd name="connsiteX8" fmla="*/ 255835 w 1990951"/>
              <a:gd name="connsiteY8" fmla="*/ 0 h 286230"/>
              <a:gd name="connsiteX9" fmla="*/ 504071 w 1990951"/>
              <a:gd name="connsiteY9" fmla="*/ 245703 h 286230"/>
              <a:gd name="connsiteX10" fmla="*/ 749773 w 1990951"/>
              <a:gd name="connsiteY10" fmla="*/ 0 h 286230"/>
              <a:gd name="connsiteX11" fmla="*/ 995476 w 1990951"/>
              <a:gd name="connsiteY11" fmla="*/ 245703 h 286230"/>
              <a:gd name="connsiteX12" fmla="*/ 1243712 w 1990951"/>
              <a:gd name="connsiteY12" fmla="*/ 0 h 286230"/>
              <a:gd name="connsiteX13" fmla="*/ 1489414 w 1990951"/>
              <a:gd name="connsiteY13" fmla="*/ 245703 h 286230"/>
              <a:gd name="connsiteX14" fmla="*/ 1735117 w 1990951"/>
              <a:gd name="connsiteY14" fmla="*/ 0 h 286230"/>
              <a:gd name="connsiteX15" fmla="*/ 1990952 w 1990951"/>
              <a:gd name="connsiteY15" fmla="*/ 255835 h 286230"/>
              <a:gd name="connsiteX16" fmla="*/ 1973221 w 1990951"/>
              <a:gd name="connsiteY16" fmla="*/ 276099 h 286230"/>
              <a:gd name="connsiteX17" fmla="*/ 1735117 w 1990951"/>
              <a:gd name="connsiteY17" fmla="*/ 40528 h 286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990951" h="286230">
                <a:moveTo>
                  <a:pt x="1489414" y="286231"/>
                </a:moveTo>
                <a:lnTo>
                  <a:pt x="1243712" y="40528"/>
                </a:lnTo>
                <a:lnTo>
                  <a:pt x="995476" y="286231"/>
                </a:lnTo>
                <a:lnTo>
                  <a:pt x="749773" y="40528"/>
                </a:lnTo>
                <a:lnTo>
                  <a:pt x="504071" y="286231"/>
                </a:lnTo>
                <a:lnTo>
                  <a:pt x="255835" y="40528"/>
                </a:lnTo>
                <a:lnTo>
                  <a:pt x="20264" y="276099"/>
                </a:lnTo>
                <a:lnTo>
                  <a:pt x="0" y="255835"/>
                </a:lnTo>
                <a:lnTo>
                  <a:pt x="255835" y="0"/>
                </a:lnTo>
                <a:lnTo>
                  <a:pt x="504071" y="245703"/>
                </a:lnTo>
                <a:lnTo>
                  <a:pt x="749773" y="0"/>
                </a:lnTo>
                <a:lnTo>
                  <a:pt x="995476" y="245703"/>
                </a:lnTo>
                <a:lnTo>
                  <a:pt x="1243712" y="0"/>
                </a:lnTo>
                <a:lnTo>
                  <a:pt x="1489414" y="245703"/>
                </a:lnTo>
                <a:lnTo>
                  <a:pt x="1735117" y="0"/>
                </a:lnTo>
                <a:lnTo>
                  <a:pt x="1990952" y="255835"/>
                </a:lnTo>
                <a:lnTo>
                  <a:pt x="1973221" y="276099"/>
                </a:lnTo>
                <a:lnTo>
                  <a:pt x="1735117" y="40528"/>
                </a:lnTo>
                <a:close/>
              </a:path>
            </a:pathLst>
          </a:custGeom>
          <a:solidFill>
            <a:schemeClr val="tx1"/>
          </a:solidFill>
          <a:ln w="2532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0168936-CE5E-45A4-9FAA-820681A7B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68444"/>
            <a:ext cx="1910252" cy="274628"/>
          </a:xfrm>
          <a:custGeom>
            <a:avLst/>
            <a:gdLst>
              <a:gd name="connsiteX0" fmla="*/ 1489414 w 1990951"/>
              <a:gd name="connsiteY0" fmla="*/ 286231 h 286230"/>
              <a:gd name="connsiteX1" fmla="*/ 1243712 w 1990951"/>
              <a:gd name="connsiteY1" fmla="*/ 40528 h 286230"/>
              <a:gd name="connsiteX2" fmla="*/ 995476 w 1990951"/>
              <a:gd name="connsiteY2" fmla="*/ 286231 h 286230"/>
              <a:gd name="connsiteX3" fmla="*/ 749773 w 1990951"/>
              <a:gd name="connsiteY3" fmla="*/ 40528 h 286230"/>
              <a:gd name="connsiteX4" fmla="*/ 504071 w 1990951"/>
              <a:gd name="connsiteY4" fmla="*/ 286231 h 286230"/>
              <a:gd name="connsiteX5" fmla="*/ 255835 w 1990951"/>
              <a:gd name="connsiteY5" fmla="*/ 40528 h 286230"/>
              <a:gd name="connsiteX6" fmla="*/ 20264 w 1990951"/>
              <a:gd name="connsiteY6" fmla="*/ 276099 h 286230"/>
              <a:gd name="connsiteX7" fmla="*/ 0 w 1990951"/>
              <a:gd name="connsiteY7" fmla="*/ 258368 h 286230"/>
              <a:gd name="connsiteX8" fmla="*/ 255835 w 1990951"/>
              <a:gd name="connsiteY8" fmla="*/ 0 h 286230"/>
              <a:gd name="connsiteX9" fmla="*/ 504071 w 1990951"/>
              <a:gd name="connsiteY9" fmla="*/ 248236 h 286230"/>
              <a:gd name="connsiteX10" fmla="*/ 749773 w 1990951"/>
              <a:gd name="connsiteY10" fmla="*/ 0 h 286230"/>
              <a:gd name="connsiteX11" fmla="*/ 995476 w 1990951"/>
              <a:gd name="connsiteY11" fmla="*/ 248236 h 286230"/>
              <a:gd name="connsiteX12" fmla="*/ 1243712 w 1990951"/>
              <a:gd name="connsiteY12" fmla="*/ 0 h 286230"/>
              <a:gd name="connsiteX13" fmla="*/ 1489414 w 1990951"/>
              <a:gd name="connsiteY13" fmla="*/ 248236 h 286230"/>
              <a:gd name="connsiteX14" fmla="*/ 1735117 w 1990951"/>
              <a:gd name="connsiteY14" fmla="*/ 0 h 286230"/>
              <a:gd name="connsiteX15" fmla="*/ 1990952 w 1990951"/>
              <a:gd name="connsiteY15" fmla="*/ 258368 h 286230"/>
              <a:gd name="connsiteX16" fmla="*/ 1973221 w 1990951"/>
              <a:gd name="connsiteY16" fmla="*/ 276099 h 286230"/>
              <a:gd name="connsiteX17" fmla="*/ 1735117 w 1990951"/>
              <a:gd name="connsiteY17" fmla="*/ 40528 h 286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990951" h="286230">
                <a:moveTo>
                  <a:pt x="1489414" y="286231"/>
                </a:moveTo>
                <a:lnTo>
                  <a:pt x="1243712" y="40528"/>
                </a:lnTo>
                <a:lnTo>
                  <a:pt x="995476" y="286231"/>
                </a:lnTo>
                <a:lnTo>
                  <a:pt x="749773" y="40528"/>
                </a:lnTo>
                <a:lnTo>
                  <a:pt x="504071" y="286231"/>
                </a:lnTo>
                <a:lnTo>
                  <a:pt x="255835" y="40528"/>
                </a:lnTo>
                <a:lnTo>
                  <a:pt x="20264" y="276099"/>
                </a:lnTo>
                <a:lnTo>
                  <a:pt x="0" y="258368"/>
                </a:lnTo>
                <a:lnTo>
                  <a:pt x="255835" y="0"/>
                </a:lnTo>
                <a:lnTo>
                  <a:pt x="504071" y="248236"/>
                </a:lnTo>
                <a:lnTo>
                  <a:pt x="749773" y="0"/>
                </a:lnTo>
                <a:lnTo>
                  <a:pt x="995476" y="248236"/>
                </a:lnTo>
                <a:lnTo>
                  <a:pt x="1243712" y="0"/>
                </a:lnTo>
                <a:lnTo>
                  <a:pt x="1489414" y="248236"/>
                </a:lnTo>
                <a:lnTo>
                  <a:pt x="1735117" y="0"/>
                </a:lnTo>
                <a:lnTo>
                  <a:pt x="1990952" y="258368"/>
                </a:lnTo>
                <a:lnTo>
                  <a:pt x="1973221" y="276099"/>
                </a:lnTo>
                <a:lnTo>
                  <a:pt x="1735117" y="40528"/>
                </a:lnTo>
                <a:close/>
              </a:path>
            </a:pathLst>
          </a:custGeom>
          <a:solidFill>
            <a:schemeClr val="tx1"/>
          </a:solidFill>
          <a:ln w="2532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B414A95-9CF6-4787-B6F4-736E75DFB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121343" y="4864099"/>
            <a:ext cx="2085971" cy="1993901"/>
            <a:chOff x="3121343" y="4864099"/>
            <a:chExt cx="2085971" cy="1993901"/>
          </a:xfrm>
          <a:solidFill>
            <a:schemeClr val="tx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E55EDEC-1A3E-44D4-9F1C-5FAEB4823A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38556" y="4981312"/>
              <a:ext cx="442726" cy="44272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F352701-4D72-4D42-BED8-F30782F566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8809" y="4871565"/>
              <a:ext cx="902626" cy="902626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CE7DD15-248D-407F-9BBA-87DCEF3C90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1343" y="4864099"/>
              <a:ext cx="1152732" cy="1152732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F249086-A196-41DD-BC96-CA27D2C9E5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52324" y="4894707"/>
              <a:ext cx="1321462" cy="1321838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BF07749-D7D0-470F-9C12-E8D19EB1D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15037" y="4957793"/>
              <a:ext cx="1428975" cy="1428975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05B1B7D-CE78-4677-BE51-133F4425E8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301642" y="5044398"/>
              <a:ext cx="1490195" cy="1490195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6CEA59F-3271-46D6-9CBC-F7C8DED967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09523" y="5152279"/>
              <a:ext cx="1509607" cy="1509607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868256DC-CD27-4A4B-8A1B-E315CADF26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538685" y="5279576"/>
              <a:ext cx="1488326" cy="1490192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B4D0082-FA6D-4E6D-BACC-89F3253890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83896" y="5426652"/>
              <a:ext cx="1429720" cy="1429720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10D35FD-C3A9-4C0A-BC06-140E6D6F68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01021" y="5597624"/>
              <a:ext cx="1275308" cy="1260376"/>
            </a:xfrm>
            <a:custGeom>
              <a:avLst/>
              <a:gdLst>
                <a:gd name="connsiteX0" fmla="*/ 1260376 w 1275308"/>
                <a:gd name="connsiteY0" fmla="*/ 0 h 1260376"/>
                <a:gd name="connsiteX1" fmla="*/ 1275308 w 1275308"/>
                <a:gd name="connsiteY1" fmla="*/ 52634 h 1260376"/>
                <a:gd name="connsiteX2" fmla="*/ 67566 w 1275308"/>
                <a:gd name="connsiteY2" fmla="*/ 1260376 h 1260376"/>
                <a:gd name="connsiteX3" fmla="*/ 0 w 1275308"/>
                <a:gd name="connsiteY3" fmla="*/ 1260376 h 126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5308" h="1260376">
                  <a:moveTo>
                    <a:pt x="1260376" y="0"/>
                  </a:moveTo>
                  <a:cubicBezTo>
                    <a:pt x="1265977" y="17174"/>
                    <a:pt x="1270829" y="34716"/>
                    <a:pt x="1275308" y="52634"/>
                  </a:cubicBezTo>
                  <a:lnTo>
                    <a:pt x="67566" y="1260376"/>
                  </a:lnTo>
                  <a:lnTo>
                    <a:pt x="0" y="12603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4A8F3F5-01DB-4D7F-865A-A033D7653E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41456" y="5797338"/>
              <a:ext cx="1065858" cy="1060662"/>
            </a:xfrm>
            <a:custGeom>
              <a:avLst/>
              <a:gdLst>
                <a:gd name="connsiteX0" fmla="*/ 1061006 w 1065858"/>
                <a:gd name="connsiteY0" fmla="*/ 0 h 1060662"/>
                <a:gd name="connsiteX1" fmla="*/ 1065858 w 1065858"/>
                <a:gd name="connsiteY1" fmla="*/ 62342 h 1060662"/>
                <a:gd name="connsiteX2" fmla="*/ 67196 w 1065858"/>
                <a:gd name="connsiteY2" fmla="*/ 1060662 h 1060662"/>
                <a:gd name="connsiteX3" fmla="*/ 0 w 1065858"/>
                <a:gd name="connsiteY3" fmla="*/ 1060662 h 1060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5858" h="1060662">
                  <a:moveTo>
                    <a:pt x="1061006" y="0"/>
                  </a:moveTo>
                  <a:cubicBezTo>
                    <a:pt x="1063248" y="20905"/>
                    <a:pt x="1064741" y="41809"/>
                    <a:pt x="1065858" y="62342"/>
                  </a:cubicBezTo>
                  <a:lnTo>
                    <a:pt x="67196" y="1060662"/>
                  </a:lnTo>
                  <a:lnTo>
                    <a:pt x="0" y="106066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269D5FA-3DC7-4503-A9AC-DB43F5AA2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1830" y="6039978"/>
              <a:ext cx="818022" cy="818022"/>
            </a:xfrm>
            <a:custGeom>
              <a:avLst/>
              <a:gdLst>
                <a:gd name="connsiteX0" fmla="*/ 818022 w 818022"/>
                <a:gd name="connsiteY0" fmla="*/ 0 h 818022"/>
                <a:gd name="connsiteX1" fmla="*/ 804584 w 818022"/>
                <a:gd name="connsiteY1" fmla="*/ 80632 h 818022"/>
                <a:gd name="connsiteX2" fmla="*/ 67190 w 818022"/>
                <a:gd name="connsiteY2" fmla="*/ 818022 h 818022"/>
                <a:gd name="connsiteX3" fmla="*/ 0 w 818022"/>
                <a:gd name="connsiteY3" fmla="*/ 818022 h 818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8022" h="818022">
                  <a:moveTo>
                    <a:pt x="818022" y="0"/>
                  </a:moveTo>
                  <a:cubicBezTo>
                    <a:pt x="814660" y="27250"/>
                    <a:pt x="810180" y="53755"/>
                    <a:pt x="804584" y="80632"/>
                  </a:cubicBezTo>
                  <a:lnTo>
                    <a:pt x="67190" y="818022"/>
                  </a:lnTo>
                  <a:lnTo>
                    <a:pt x="0" y="81802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FEB6DAF0-32D8-49F4-AE4A-0278A314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47375" y="6390131"/>
              <a:ext cx="442354" cy="442354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D4126857-C862-3DA6-99B6-63A430B648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45307" y="2212356"/>
            <a:ext cx="3217333" cy="321733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9CE95-672B-AD81-3388-BFCAB962F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9406" y="600781"/>
            <a:ext cx="6221932" cy="572688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/>
              <a:t>Core Features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Resume parsing and information extraction 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Job description analysis using NLP 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Candidate-job matching with similarity score 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dirty="0"/>
          </a:p>
          <a:p>
            <a:pPr>
              <a:lnSpc>
                <a:spcPct val="100000"/>
              </a:lnSpc>
            </a:pPr>
            <a:r>
              <a:rPr lang="en-US" sz="1800" b="1" dirty="0"/>
              <a:t>Intelligent Features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Skill gap identification (missing skills detection) 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Automated feedback generation for applicants 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Context-based resume evaluation </a:t>
            </a:r>
            <a:br>
              <a:rPr lang="en-US" sz="1800" dirty="0"/>
            </a:br>
            <a:endParaRPr lang="en-US" sz="1800" dirty="0"/>
          </a:p>
          <a:p>
            <a:pPr>
              <a:lnSpc>
                <a:spcPct val="100000"/>
              </a:lnSpc>
            </a:pPr>
            <a:r>
              <a:rPr lang="en-US" sz="1800" b="1" dirty="0"/>
              <a:t>User-Oriented Features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Suggests improvements for better job alignment 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Recommends suitable roles based on user skills 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Simple and interactive web interface</a:t>
            </a:r>
          </a:p>
          <a:p>
            <a:pPr>
              <a:lnSpc>
                <a:spcPct val="100000"/>
              </a:lnSpc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890599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F1694B-3655-2B38-518C-589D52876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088" y="565739"/>
            <a:ext cx="9745883" cy="1124949"/>
          </a:xfrm>
        </p:spPr>
        <p:txBody>
          <a:bodyPr>
            <a:normAutofit/>
          </a:bodyPr>
          <a:lstStyle/>
          <a:p>
            <a:r>
              <a:rPr lang="en-US" dirty="0"/>
              <a:t>SYSTEM ARCHITECTURE</a:t>
            </a:r>
            <a:endParaRPr lang="en-IN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AD42DD4-86F6-4FD2-869F-32D35E310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81037"/>
            <a:ext cx="1170294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5744 h 274629"/>
              <a:gd name="connsiteX2" fmla="*/ 924829 w 1170294"/>
              <a:gd name="connsiteY2" fmla="*/ 0 h 274629"/>
              <a:gd name="connsiteX3" fmla="*/ 1170294 w 1170294"/>
              <a:gd name="connsiteY3" fmla="*/ 24546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577 h 274629"/>
              <a:gd name="connsiteX11" fmla="*/ 215168 w 1170294"/>
              <a:gd name="connsiteY11" fmla="*/ 23574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5744"/>
                </a:lnTo>
                <a:lnTo>
                  <a:pt x="924829" y="0"/>
                </a:lnTo>
                <a:lnTo>
                  <a:pt x="1170294" y="24546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577"/>
                </a:lnTo>
                <a:lnTo>
                  <a:pt x="215168" y="235744"/>
                </a:lnTo>
                <a:close/>
              </a:path>
            </a:pathLst>
          </a:cu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C36B8C5-0DEB-41B5-911D-572E2E835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16069"/>
            <a:ext cx="1170294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8174 h 274629"/>
              <a:gd name="connsiteX2" fmla="*/ 924829 w 1170294"/>
              <a:gd name="connsiteY2" fmla="*/ 0 h 274629"/>
              <a:gd name="connsiteX3" fmla="*/ 1170294 w 1170294"/>
              <a:gd name="connsiteY3" fmla="*/ 24789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789 h 274629"/>
              <a:gd name="connsiteX11" fmla="*/ 215168 w 1170294"/>
              <a:gd name="connsiteY11" fmla="*/ 23817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8174"/>
                </a:lnTo>
                <a:lnTo>
                  <a:pt x="924829" y="0"/>
                </a:lnTo>
                <a:lnTo>
                  <a:pt x="1170294" y="24789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789"/>
                </a:lnTo>
                <a:lnTo>
                  <a:pt x="215168" y="23817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D1FF148-6725-4278-A9A8-A9A6A3F261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90389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247507B-4D21-4FF7-B49C-239309CF2A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90389" y="4752208"/>
            <a:ext cx="365021" cy="365021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B08B927F-FAEE-E9F0-6BA1-E9A2C63944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695025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00697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42861A-5A62-A259-ED06-3BAC2C304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4865" y="568517"/>
            <a:ext cx="5248221" cy="886379"/>
          </a:xfrm>
        </p:spPr>
        <p:txBody>
          <a:bodyPr>
            <a:normAutofit/>
          </a:bodyPr>
          <a:lstStyle/>
          <a:p>
            <a:r>
              <a:rPr lang="en-US" dirty="0"/>
              <a:t>CONCLUSION</a:t>
            </a:r>
            <a:endParaRPr lang="en-IN" dirty="0"/>
          </a:p>
        </p:txBody>
      </p:sp>
      <p:pic>
        <p:nvPicPr>
          <p:cNvPr id="33" name="Picture 32" descr="3D spheres connected with a red line">
            <a:extLst>
              <a:ext uri="{FF2B5EF4-FFF2-40B4-BE49-F238E27FC236}">
                <a16:creationId xmlns:a16="http://schemas.microsoft.com/office/drawing/2014/main" id="{B0946C76-011B-AD13-DC94-B1E3C13014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442" r="9558" b="1"/>
          <a:stretch>
            <a:fillRect/>
          </a:stretch>
        </p:blipFill>
        <p:spPr>
          <a:xfrm>
            <a:off x="739959" y="1095407"/>
            <a:ext cx="4754947" cy="4754947"/>
          </a:xfrm>
          <a:custGeom>
            <a:avLst/>
            <a:gdLst/>
            <a:ahLst/>
            <a:cxnLst/>
            <a:rect l="l" t="t" r="r" b="b"/>
            <a:pathLst>
              <a:path w="2388070" h="2388070">
                <a:moveTo>
                  <a:pt x="1194035" y="0"/>
                </a:moveTo>
                <a:cubicBezTo>
                  <a:pt x="1853482" y="0"/>
                  <a:pt x="2388070" y="534588"/>
                  <a:pt x="2388070" y="1194035"/>
                </a:cubicBezTo>
                <a:cubicBezTo>
                  <a:pt x="2388070" y="1853482"/>
                  <a:pt x="1853482" y="2388070"/>
                  <a:pt x="1194035" y="2388070"/>
                </a:cubicBezTo>
                <a:cubicBezTo>
                  <a:pt x="534588" y="2388070"/>
                  <a:pt x="0" y="1853482"/>
                  <a:pt x="0" y="1194035"/>
                </a:cubicBezTo>
                <a:cubicBezTo>
                  <a:pt x="0" y="534588"/>
                  <a:pt x="534588" y="0"/>
                  <a:pt x="1194035" y="0"/>
                </a:cubicBezTo>
                <a:close/>
              </a:path>
            </a:pathLst>
          </a:custGeom>
          <a:ln w="28575">
            <a:noFill/>
          </a:ln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B894EFA8-F425-4D19-A94B-445388B31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tx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28CAB86-AA69-4EF8-A4E2-4E020497D0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tx1">
              <a:alpha val="20000"/>
            </a:schemeClr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9A36BEE-5544-45FB-88F3-9E156F32E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B49ECF4-1585-4D6B-AB63-D49C92945E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20" name="Graphic 185">
            <a:extLst>
              <a:ext uri="{FF2B5EF4-FFF2-40B4-BE49-F238E27FC236}">
                <a16:creationId xmlns:a16="http://schemas.microsoft.com/office/drawing/2014/main" id="{617CAA5F-37E3-4DF6-9DD0-68A40D2161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tx1">
              <a:alpha val="20000"/>
            </a:schemeClr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FCF03A3-80B7-45BC-AA40-A335CC8168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9D3C77A-275B-4C9E-A407-B09450E564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C6C5B5B-80BB-41D8-A377-C653EF1B01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CA5D93A-E913-46A0-9684-20B6B4B8CA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E6EFE8A-51D2-4AF6-A18C-29A9E5EF5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D34FDA3F-DDDE-A0D3-0E37-943C7DC925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34868" y="1820369"/>
            <a:ext cx="5217173" cy="43513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Demonstrates the potential of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AI-driven systems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in recruitment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Bridges the gap between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recruiters and applicants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Combines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automation, analysis, and feedback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in a single system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Highlights the importance of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intelligent and adaptive hiring solutions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</a:p>
        </p:txBody>
      </p:sp>
      <p:grpSp>
        <p:nvGrpSpPr>
          <p:cNvPr id="27" name="Graphic 185">
            <a:extLst>
              <a:ext uri="{FF2B5EF4-FFF2-40B4-BE49-F238E27FC236}">
                <a16:creationId xmlns:a16="http://schemas.microsoft.com/office/drawing/2014/main" id="{582A903B-6B78-4F0A-B7C9-3D8049902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510EA93-8F64-42C8-A630-D449506E9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6CB53FC-E4DA-4001-928B-9998A85EA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210B969-4FDF-4AAC-9397-63D5434958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70B3EF0-84EA-4F47-86A3-1EA1F644A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59369A8-EF57-42A1-8EC8-F6A9F92A3A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30713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aphic 185">
            <a:extLst>
              <a:ext uri="{FF2B5EF4-FFF2-40B4-BE49-F238E27FC236}">
                <a16:creationId xmlns:a16="http://schemas.microsoft.com/office/drawing/2014/main" id="{8A351602-3772-4279-B0D3-A523F6F6E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99576" y="5987064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5AAAA75-5FFB-4C07-AD4A-3146773E6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479895E-3847-44BB-8404-28F14219F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0E02F68-8149-4236-8D9F-6B550F78B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56FCAAB-F073-4561-A484-42C7DD10DC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CF8DB94-87A3-43E9-9BBB-301CFF0FB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4" name="Oval 13">
            <a:extLst>
              <a:ext uri="{FF2B5EF4-FFF2-40B4-BE49-F238E27FC236}">
                <a16:creationId xmlns:a16="http://schemas.microsoft.com/office/drawing/2014/main" id="{7D6BF779-0B8C-4CC2-9268-9506AD0C5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A397E3E-B90C-4D82-BAAA-36F7AC6A4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2B5CBEA-F125-49B6-8335-227C325B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77454" y="3965691"/>
            <a:ext cx="3014546" cy="289230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2B987A8-3C5A-4495-85A2-B7BBC3EAC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77454" y="3965691"/>
            <a:ext cx="3014546" cy="289230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C1D3151-5F97-4860-B56C-C98BD62CC2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46453" y="857546"/>
            <a:ext cx="6964685" cy="5402463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B32CDD2-9715-425B-9CCC-CF8CE92BE0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46453" y="857546"/>
            <a:ext cx="6964685" cy="5402463"/>
          </a:xfrm>
          <a:prstGeom prst="rect">
            <a:avLst/>
          </a:pr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8CF5E676-CA04-4CED-9F1E-5026ED66E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1"/>
            <a:ext cx="3799266" cy="401991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EB013C47-A4B4-4108-87AF-82C5CD7DFF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1"/>
            <a:ext cx="3799266" cy="401991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8DE96824-E506-4448-8704-5EC7BF7BC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13658" y="727769"/>
            <a:ext cx="6964685" cy="5402463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Graphic 212">
            <a:extLst>
              <a:ext uri="{FF2B5EF4-FFF2-40B4-BE49-F238E27FC236}">
                <a16:creationId xmlns:a16="http://schemas.microsoft.com/office/drawing/2014/main" id="{4FB204DF-284E-45F6-A017-79A4DF57B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90971" y="136525"/>
            <a:ext cx="1035526" cy="1035526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4" name="Graphic 212">
            <a:extLst>
              <a:ext uri="{FF2B5EF4-FFF2-40B4-BE49-F238E27FC236}">
                <a16:creationId xmlns:a16="http://schemas.microsoft.com/office/drawing/2014/main" id="{BC8E4194-D60D-466F-B2E4-E0A0C145F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90971" y="136525"/>
            <a:ext cx="1035526" cy="1035526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DC569F-321F-2EA0-17A8-B0207ED56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6765" y="1017432"/>
            <a:ext cx="6418471" cy="317057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b="1" kern="1200" cap="all" spc="1500" baseline="0" dirty="0">
                <a:solidFill>
                  <a:schemeClr val="tx1"/>
                </a:solidFill>
                <a:latin typeface="+mj-lt"/>
                <a:ea typeface="Source Sans Pro SemiBold" panose="020B0603030403020204" pitchFamily="34" charset="0"/>
                <a:cs typeface="+mj-cs"/>
              </a:rPr>
              <a:t>THANK YOU</a:t>
            </a: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E16C8D8F-10E9-4498-ABDB-0F923F8B6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79558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1E5A83E3-8A11-4492-BB6E-F5F224031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19293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grpSp>
        <p:nvGrpSpPr>
          <p:cNvPr id="40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341751" y="5783167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57148238"/>
      </p:ext>
    </p:extLst>
  </p:cSld>
  <p:clrMapOvr>
    <a:masterClrMapping/>
  </p:clrMapOvr>
</p:sld>
</file>

<file path=ppt/theme/theme1.xml><?xml version="1.0" encoding="utf-8"?>
<a:theme xmlns:a="http://schemas.openxmlformats.org/drawingml/2006/main" name="FunkyShapesVTI">
  <a:themeElements>
    <a:clrScheme name="Custom 15">
      <a:dk1>
        <a:sysClr val="windowText" lastClr="000000"/>
      </a:dk1>
      <a:lt1>
        <a:sysClr val="window" lastClr="FFFFFF"/>
      </a:lt1>
      <a:dk2>
        <a:srgbClr val="2D2D2D"/>
      </a:dk2>
      <a:lt2>
        <a:srgbClr val="F3FFF8"/>
      </a:lt2>
      <a:accent1>
        <a:srgbClr val="FF80BD"/>
      </a:accent1>
      <a:accent2>
        <a:srgbClr val="1EB9D3"/>
      </a:accent2>
      <a:accent3>
        <a:srgbClr val="21C46B"/>
      </a:accent3>
      <a:accent4>
        <a:srgbClr val="EA9600"/>
      </a:accent4>
      <a:accent5>
        <a:srgbClr val="F43B56"/>
      </a:accent5>
      <a:accent6>
        <a:srgbClr val="4B56E8"/>
      </a:accent6>
      <a:hlink>
        <a:srgbClr val="8F61FF"/>
      </a:hlink>
      <a:folHlink>
        <a:srgbClr val="F900A0"/>
      </a:folHlink>
    </a:clrScheme>
    <a:fontScheme name="Source Sans Pro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unkyShapesVTI" id="{A7F40C41-3FB2-45B0-B0D6-DFB7FDD9B7AD}" vid="{C49381A0-09CD-46EE-B141-E2CDD87ABFE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541</Words>
  <Application>Microsoft Office PowerPoint</Application>
  <PresentationFormat>Widescreen</PresentationFormat>
  <Paragraphs>105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Avenir Next LT Pro</vt:lpstr>
      <vt:lpstr>FunkyShapesVTI</vt:lpstr>
      <vt:lpstr>Intelligent Resume Lifecycle Management</vt:lpstr>
      <vt:lpstr>INTRODUCTION/ PROBLEM STATEMENT</vt:lpstr>
      <vt:lpstr>OBJECTIVE</vt:lpstr>
      <vt:lpstr>BASE PAPER</vt:lpstr>
      <vt:lpstr>LITERATURE SURVEY</vt:lpstr>
      <vt:lpstr>RESEARCH GAP</vt:lpstr>
      <vt:lpstr>TECH STACK</vt:lpstr>
      <vt:lpstr>FEATURES</vt:lpstr>
      <vt:lpstr>SYSTEM ARCHITECTURE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SMRITI RAO - 213104003</dc:creator>
  <cp:lastModifiedBy>SMRITI RAO - 213104003</cp:lastModifiedBy>
  <cp:revision>3</cp:revision>
  <dcterms:created xsi:type="dcterms:W3CDTF">2026-04-01T16:39:12Z</dcterms:created>
  <dcterms:modified xsi:type="dcterms:W3CDTF">2026-04-01T17:58:39Z</dcterms:modified>
</cp:coreProperties>
</file>